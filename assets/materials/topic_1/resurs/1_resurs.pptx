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4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8288000" cy="10287000"/>
  <p:notesSz cx="6858000" cy="9144000"/>
  <p:embeddedFontLst>
    <p:embeddedFont>
      <p:font typeface="Rockwell Extra Bold" panose="02060903040505020403" pitchFamily="18" charset="0"/>
      <p:bold r:id="rId19"/>
    </p:embeddedFont>
    <p:embeddedFont>
      <p:font typeface="Ubuntu" panose="020B0504030602030204" pitchFamily="34" charset="0"/>
      <p:regular r:id="rId20"/>
      <p:bold r:id="rId21"/>
      <p:italic r:id="rId22"/>
      <p:boldItalic r:id="rId23"/>
    </p:embeddedFont>
    <p:embeddedFont>
      <p:font typeface="Zilla Slab" panose="020B0604020202020204" charset="0"/>
      <p:regular r:id="rId24"/>
      <p:bold r:id="rId25"/>
      <p: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BBF5A"/>
    <a:srgbClr val="73D48B"/>
    <a:srgbClr val="FFFFFF"/>
    <a:srgbClr val="CDEF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327358C-6CAD-4BDC-B922-3318093102F6}">
  <a:tblStyle styleId="{5327358C-6CAD-4BDC-B922-3318093102F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516" y="-33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CB297F4-9F85-4164-8293-8154DF4A8A16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EF95CCE-92E1-4F19-A889-83993F548ED7}">
      <dgm:prSet phldrT="[Text]"/>
      <dgm:spPr>
        <a:solidFill>
          <a:srgbClr val="73D48B"/>
        </a:solidFill>
      </dgm:spPr>
      <dgm:t>
        <a:bodyPr/>
        <a:lstStyle/>
        <a:p>
          <a:r>
            <a:rPr lang="en-US" dirty="0"/>
            <a:t> </a:t>
          </a:r>
        </a:p>
      </dgm:t>
    </dgm:pt>
    <dgm:pt modelId="{29FE2C4C-808B-4194-8E27-1ABD1CB87791}" type="parTrans" cxnId="{71E73B5B-FCB3-4151-BE2E-BCCC5EA8EC7A}">
      <dgm:prSet/>
      <dgm:spPr/>
      <dgm:t>
        <a:bodyPr/>
        <a:lstStyle/>
        <a:p>
          <a:endParaRPr lang="en-US"/>
        </a:p>
      </dgm:t>
    </dgm:pt>
    <dgm:pt modelId="{CBBCFE70-C81B-4E3D-8868-A6B4E7488B0A}" type="sibTrans" cxnId="{71E73B5B-FCB3-4151-BE2E-BCCC5EA8EC7A}">
      <dgm:prSet/>
      <dgm:spPr>
        <a:solidFill>
          <a:srgbClr val="CDEFD5">
            <a:alpha val="85098"/>
          </a:srgbClr>
        </a:solidFill>
        <a:ln>
          <a:noFill/>
        </a:ln>
      </dgm:spPr>
      <dgm:t>
        <a:bodyPr/>
        <a:lstStyle/>
        <a:p>
          <a:endParaRPr lang="en-US"/>
        </a:p>
      </dgm:t>
    </dgm:pt>
    <dgm:pt modelId="{1C6F642A-5087-4C8C-B7C9-137052A0CAF7}">
      <dgm:prSet phldrT="[Text]"/>
      <dgm:spPr>
        <a:solidFill>
          <a:srgbClr val="73D48B"/>
        </a:solidFill>
      </dgm:spPr>
      <dgm:t>
        <a:bodyPr/>
        <a:lstStyle/>
        <a:p>
          <a:r>
            <a:rPr lang="en-US" dirty="0"/>
            <a:t> </a:t>
          </a:r>
        </a:p>
      </dgm:t>
    </dgm:pt>
    <dgm:pt modelId="{8663C879-D180-4228-B437-2620B101A28F}" type="parTrans" cxnId="{BA873A7D-F260-4182-9E63-57134E7A332D}">
      <dgm:prSet/>
      <dgm:spPr/>
      <dgm:t>
        <a:bodyPr/>
        <a:lstStyle/>
        <a:p>
          <a:endParaRPr lang="en-US"/>
        </a:p>
      </dgm:t>
    </dgm:pt>
    <dgm:pt modelId="{DECB1748-CB9B-442E-8C9B-24086D9E75E5}" type="sibTrans" cxnId="{BA873A7D-F260-4182-9E63-57134E7A332D}">
      <dgm:prSet/>
      <dgm:spPr>
        <a:solidFill>
          <a:srgbClr val="CDEFD5">
            <a:alpha val="85098"/>
          </a:srgbClr>
        </a:solidFill>
        <a:ln>
          <a:noFill/>
        </a:ln>
      </dgm:spPr>
      <dgm:t>
        <a:bodyPr/>
        <a:lstStyle/>
        <a:p>
          <a:endParaRPr lang="en-US"/>
        </a:p>
      </dgm:t>
    </dgm:pt>
    <dgm:pt modelId="{E7C487CB-8765-4265-A1F1-41489521612C}">
      <dgm:prSet phldrT="[Text]"/>
      <dgm:spPr>
        <a:solidFill>
          <a:srgbClr val="73D48B"/>
        </a:solidFill>
      </dgm:spPr>
      <dgm:t>
        <a:bodyPr/>
        <a:lstStyle/>
        <a:p>
          <a:r>
            <a:rPr lang="en-US" dirty="0"/>
            <a:t> </a:t>
          </a:r>
        </a:p>
      </dgm:t>
    </dgm:pt>
    <dgm:pt modelId="{28B99865-82D3-4532-811F-33612DBB58F3}" type="parTrans" cxnId="{C77EC971-5533-47AA-B8F8-B4B4458E6AED}">
      <dgm:prSet/>
      <dgm:spPr/>
      <dgm:t>
        <a:bodyPr/>
        <a:lstStyle/>
        <a:p>
          <a:endParaRPr lang="en-US"/>
        </a:p>
      </dgm:t>
    </dgm:pt>
    <dgm:pt modelId="{20E11A30-CE06-4AFB-B2CD-BC71C4AEC39F}" type="sibTrans" cxnId="{C77EC971-5533-47AA-B8F8-B4B4458E6AED}">
      <dgm:prSet/>
      <dgm:spPr/>
      <dgm:t>
        <a:bodyPr/>
        <a:lstStyle/>
        <a:p>
          <a:endParaRPr lang="en-US"/>
        </a:p>
      </dgm:t>
    </dgm:pt>
    <dgm:pt modelId="{A8787678-AEE9-4454-B10B-3500451D89A6}" type="pres">
      <dgm:prSet presAssocID="{3CB297F4-9F85-4164-8293-8154DF4A8A16}" presName="outerComposite" presStyleCnt="0">
        <dgm:presLayoutVars>
          <dgm:chMax val="5"/>
          <dgm:dir/>
          <dgm:resizeHandles val="exact"/>
        </dgm:presLayoutVars>
      </dgm:prSet>
      <dgm:spPr/>
    </dgm:pt>
    <dgm:pt modelId="{93867DA6-0C35-49BF-963A-8B74DB955FAA}" type="pres">
      <dgm:prSet presAssocID="{3CB297F4-9F85-4164-8293-8154DF4A8A16}" presName="dummyMaxCanvas" presStyleCnt="0">
        <dgm:presLayoutVars/>
      </dgm:prSet>
      <dgm:spPr/>
    </dgm:pt>
    <dgm:pt modelId="{721ACCDF-7786-457B-B0FC-CDC671217AF1}" type="pres">
      <dgm:prSet presAssocID="{3CB297F4-9F85-4164-8293-8154DF4A8A16}" presName="ThreeNodes_1" presStyleLbl="node1" presStyleIdx="0" presStyleCnt="3">
        <dgm:presLayoutVars>
          <dgm:bulletEnabled val="1"/>
        </dgm:presLayoutVars>
      </dgm:prSet>
      <dgm:spPr/>
    </dgm:pt>
    <dgm:pt modelId="{B3399945-AAE4-4583-A9FC-3D533EF74C00}" type="pres">
      <dgm:prSet presAssocID="{3CB297F4-9F85-4164-8293-8154DF4A8A16}" presName="ThreeNodes_2" presStyleLbl="node1" presStyleIdx="1" presStyleCnt="3">
        <dgm:presLayoutVars>
          <dgm:bulletEnabled val="1"/>
        </dgm:presLayoutVars>
      </dgm:prSet>
      <dgm:spPr/>
    </dgm:pt>
    <dgm:pt modelId="{A3B8DD6E-D3A2-42DF-A4BE-35350AF76340}" type="pres">
      <dgm:prSet presAssocID="{3CB297F4-9F85-4164-8293-8154DF4A8A16}" presName="ThreeNodes_3" presStyleLbl="node1" presStyleIdx="2" presStyleCnt="3">
        <dgm:presLayoutVars>
          <dgm:bulletEnabled val="1"/>
        </dgm:presLayoutVars>
      </dgm:prSet>
      <dgm:spPr/>
    </dgm:pt>
    <dgm:pt modelId="{672A4E3D-77FF-42CC-A4BD-4EDA740E65FE}" type="pres">
      <dgm:prSet presAssocID="{3CB297F4-9F85-4164-8293-8154DF4A8A16}" presName="ThreeConn_1-2" presStyleLbl="fgAccFollowNode1" presStyleIdx="0" presStyleCnt="2">
        <dgm:presLayoutVars>
          <dgm:bulletEnabled val="1"/>
        </dgm:presLayoutVars>
      </dgm:prSet>
      <dgm:spPr/>
    </dgm:pt>
    <dgm:pt modelId="{C03572BA-2BCF-4BC7-B35F-905D8D587194}" type="pres">
      <dgm:prSet presAssocID="{3CB297F4-9F85-4164-8293-8154DF4A8A16}" presName="ThreeConn_2-3" presStyleLbl="fgAccFollowNode1" presStyleIdx="1" presStyleCnt="2">
        <dgm:presLayoutVars>
          <dgm:bulletEnabled val="1"/>
        </dgm:presLayoutVars>
      </dgm:prSet>
      <dgm:spPr/>
    </dgm:pt>
    <dgm:pt modelId="{6FA64F4E-B075-4072-8A87-7EDC18FB7C62}" type="pres">
      <dgm:prSet presAssocID="{3CB297F4-9F85-4164-8293-8154DF4A8A16}" presName="ThreeNodes_1_text" presStyleLbl="node1" presStyleIdx="2" presStyleCnt="3">
        <dgm:presLayoutVars>
          <dgm:bulletEnabled val="1"/>
        </dgm:presLayoutVars>
      </dgm:prSet>
      <dgm:spPr/>
    </dgm:pt>
    <dgm:pt modelId="{0BB677A4-19A9-4BB7-AB56-4DE199DC796F}" type="pres">
      <dgm:prSet presAssocID="{3CB297F4-9F85-4164-8293-8154DF4A8A16}" presName="ThreeNodes_2_text" presStyleLbl="node1" presStyleIdx="2" presStyleCnt="3">
        <dgm:presLayoutVars>
          <dgm:bulletEnabled val="1"/>
        </dgm:presLayoutVars>
      </dgm:prSet>
      <dgm:spPr/>
    </dgm:pt>
    <dgm:pt modelId="{2675FB9B-B6D4-46C3-A2EE-3AEF5890D6CA}" type="pres">
      <dgm:prSet presAssocID="{3CB297F4-9F85-4164-8293-8154DF4A8A16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59CFBA13-9949-4FE1-B405-E2F16C5D4607}" type="presOf" srcId="{CBBCFE70-C81B-4E3D-8868-A6B4E7488B0A}" destId="{672A4E3D-77FF-42CC-A4BD-4EDA740E65FE}" srcOrd="0" destOrd="0" presId="urn:microsoft.com/office/officeart/2005/8/layout/vProcess5"/>
    <dgm:cxn modelId="{3E2E213A-83F7-4F22-9162-41A9DA4529F5}" type="presOf" srcId="{DECB1748-CB9B-442E-8C9B-24086D9E75E5}" destId="{C03572BA-2BCF-4BC7-B35F-905D8D587194}" srcOrd="0" destOrd="0" presId="urn:microsoft.com/office/officeart/2005/8/layout/vProcess5"/>
    <dgm:cxn modelId="{71E73B5B-FCB3-4151-BE2E-BCCC5EA8EC7A}" srcId="{3CB297F4-9F85-4164-8293-8154DF4A8A16}" destId="{5EF95CCE-92E1-4F19-A889-83993F548ED7}" srcOrd="0" destOrd="0" parTransId="{29FE2C4C-808B-4194-8E27-1ABD1CB87791}" sibTransId="{CBBCFE70-C81B-4E3D-8868-A6B4E7488B0A}"/>
    <dgm:cxn modelId="{E233445C-8B0D-4E8D-B1CC-04E08310626F}" type="presOf" srcId="{E7C487CB-8765-4265-A1F1-41489521612C}" destId="{2675FB9B-B6D4-46C3-A2EE-3AEF5890D6CA}" srcOrd="1" destOrd="0" presId="urn:microsoft.com/office/officeart/2005/8/layout/vProcess5"/>
    <dgm:cxn modelId="{F716785C-F59B-4708-B28B-A4E267529722}" type="presOf" srcId="{1C6F642A-5087-4C8C-B7C9-137052A0CAF7}" destId="{B3399945-AAE4-4583-A9FC-3D533EF74C00}" srcOrd="0" destOrd="0" presId="urn:microsoft.com/office/officeart/2005/8/layout/vProcess5"/>
    <dgm:cxn modelId="{A8D46B63-338C-40CD-88F2-67BF59BCFFBA}" type="presOf" srcId="{5EF95CCE-92E1-4F19-A889-83993F548ED7}" destId="{721ACCDF-7786-457B-B0FC-CDC671217AF1}" srcOrd="0" destOrd="0" presId="urn:microsoft.com/office/officeart/2005/8/layout/vProcess5"/>
    <dgm:cxn modelId="{D92E884F-F6CD-4EFE-870D-913251BC12F5}" type="presOf" srcId="{E7C487CB-8765-4265-A1F1-41489521612C}" destId="{A3B8DD6E-D3A2-42DF-A4BE-35350AF76340}" srcOrd="0" destOrd="0" presId="urn:microsoft.com/office/officeart/2005/8/layout/vProcess5"/>
    <dgm:cxn modelId="{C77EC971-5533-47AA-B8F8-B4B4458E6AED}" srcId="{3CB297F4-9F85-4164-8293-8154DF4A8A16}" destId="{E7C487CB-8765-4265-A1F1-41489521612C}" srcOrd="2" destOrd="0" parTransId="{28B99865-82D3-4532-811F-33612DBB58F3}" sibTransId="{20E11A30-CE06-4AFB-B2CD-BC71C4AEC39F}"/>
    <dgm:cxn modelId="{BA873A7D-F260-4182-9E63-57134E7A332D}" srcId="{3CB297F4-9F85-4164-8293-8154DF4A8A16}" destId="{1C6F642A-5087-4C8C-B7C9-137052A0CAF7}" srcOrd="1" destOrd="0" parTransId="{8663C879-D180-4228-B437-2620B101A28F}" sibTransId="{DECB1748-CB9B-442E-8C9B-24086D9E75E5}"/>
    <dgm:cxn modelId="{6C7828F0-321F-4A99-92DF-8C6B484838A7}" type="presOf" srcId="{3CB297F4-9F85-4164-8293-8154DF4A8A16}" destId="{A8787678-AEE9-4454-B10B-3500451D89A6}" srcOrd="0" destOrd="0" presId="urn:microsoft.com/office/officeart/2005/8/layout/vProcess5"/>
    <dgm:cxn modelId="{43EC33F6-D9F0-40FB-AC27-43739AF10BF8}" type="presOf" srcId="{5EF95CCE-92E1-4F19-A889-83993F548ED7}" destId="{6FA64F4E-B075-4072-8A87-7EDC18FB7C62}" srcOrd="1" destOrd="0" presId="urn:microsoft.com/office/officeart/2005/8/layout/vProcess5"/>
    <dgm:cxn modelId="{E45DAAFA-6BAE-4851-94DA-4BBBEB457027}" type="presOf" srcId="{1C6F642A-5087-4C8C-B7C9-137052A0CAF7}" destId="{0BB677A4-19A9-4BB7-AB56-4DE199DC796F}" srcOrd="1" destOrd="0" presId="urn:microsoft.com/office/officeart/2005/8/layout/vProcess5"/>
    <dgm:cxn modelId="{0F54106C-E835-4D28-8BF5-4E2525120B30}" type="presParOf" srcId="{A8787678-AEE9-4454-B10B-3500451D89A6}" destId="{93867DA6-0C35-49BF-963A-8B74DB955FAA}" srcOrd="0" destOrd="0" presId="urn:microsoft.com/office/officeart/2005/8/layout/vProcess5"/>
    <dgm:cxn modelId="{3E45FC26-51A3-4446-94A9-89508CB4EDF7}" type="presParOf" srcId="{A8787678-AEE9-4454-B10B-3500451D89A6}" destId="{721ACCDF-7786-457B-B0FC-CDC671217AF1}" srcOrd="1" destOrd="0" presId="urn:microsoft.com/office/officeart/2005/8/layout/vProcess5"/>
    <dgm:cxn modelId="{A37A0381-8E14-4FFE-BB04-B6AEAD3F92B5}" type="presParOf" srcId="{A8787678-AEE9-4454-B10B-3500451D89A6}" destId="{B3399945-AAE4-4583-A9FC-3D533EF74C00}" srcOrd="2" destOrd="0" presId="urn:microsoft.com/office/officeart/2005/8/layout/vProcess5"/>
    <dgm:cxn modelId="{04B3BE15-4A8B-4AD2-B4A8-6D5AA1DD95CB}" type="presParOf" srcId="{A8787678-AEE9-4454-B10B-3500451D89A6}" destId="{A3B8DD6E-D3A2-42DF-A4BE-35350AF76340}" srcOrd="3" destOrd="0" presId="urn:microsoft.com/office/officeart/2005/8/layout/vProcess5"/>
    <dgm:cxn modelId="{CA1FD191-E95E-4073-B23D-7C02423006D6}" type="presParOf" srcId="{A8787678-AEE9-4454-B10B-3500451D89A6}" destId="{672A4E3D-77FF-42CC-A4BD-4EDA740E65FE}" srcOrd="4" destOrd="0" presId="urn:microsoft.com/office/officeart/2005/8/layout/vProcess5"/>
    <dgm:cxn modelId="{649D1B1C-9446-43F2-B1F0-5DD8B9124916}" type="presParOf" srcId="{A8787678-AEE9-4454-B10B-3500451D89A6}" destId="{C03572BA-2BCF-4BC7-B35F-905D8D587194}" srcOrd="5" destOrd="0" presId="urn:microsoft.com/office/officeart/2005/8/layout/vProcess5"/>
    <dgm:cxn modelId="{DCA1444A-746D-4506-9BA1-F16621FFCE27}" type="presParOf" srcId="{A8787678-AEE9-4454-B10B-3500451D89A6}" destId="{6FA64F4E-B075-4072-8A87-7EDC18FB7C62}" srcOrd="6" destOrd="0" presId="urn:microsoft.com/office/officeart/2005/8/layout/vProcess5"/>
    <dgm:cxn modelId="{EB9BBB82-9675-42B0-9ABF-56A620BFC744}" type="presParOf" srcId="{A8787678-AEE9-4454-B10B-3500451D89A6}" destId="{0BB677A4-19A9-4BB7-AB56-4DE199DC796F}" srcOrd="7" destOrd="0" presId="urn:microsoft.com/office/officeart/2005/8/layout/vProcess5"/>
    <dgm:cxn modelId="{A3D5A919-C4B5-4C0F-8364-7487D547F214}" type="presParOf" srcId="{A8787678-AEE9-4454-B10B-3500451D89A6}" destId="{2675FB9B-B6D4-46C3-A2EE-3AEF5890D6CA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14213AC-7795-4F2C-ABA3-86443787D8AA}" type="doc">
      <dgm:prSet loTypeId="urn:microsoft.com/office/officeart/2005/8/layout/chevron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91F4770-5EAF-4036-BFCF-A03543C10F76}">
      <dgm:prSet phldrT="[Text]"/>
      <dgm:spPr>
        <a:solidFill>
          <a:srgbClr val="73D48B"/>
        </a:solidFill>
        <a:ln>
          <a:solidFill>
            <a:srgbClr val="CDEFD5"/>
          </a:solidFill>
        </a:ln>
      </dgm:spPr>
      <dgm:t>
        <a:bodyPr/>
        <a:lstStyle/>
        <a:p>
          <a:r>
            <a:rPr lang="en-US" dirty="0"/>
            <a:t> 1</a:t>
          </a:r>
        </a:p>
      </dgm:t>
    </dgm:pt>
    <dgm:pt modelId="{D6C64568-D07F-4691-9708-72E2C2D4BA62}" type="parTrans" cxnId="{39A81224-DE55-401F-BDCA-4FC3E1D876CC}">
      <dgm:prSet/>
      <dgm:spPr/>
      <dgm:t>
        <a:bodyPr/>
        <a:lstStyle/>
        <a:p>
          <a:endParaRPr lang="en-US"/>
        </a:p>
      </dgm:t>
    </dgm:pt>
    <dgm:pt modelId="{EB0DD6AD-D3D0-49AC-ADAC-764A5A4F656C}" type="sibTrans" cxnId="{39A81224-DE55-401F-BDCA-4FC3E1D876CC}">
      <dgm:prSet/>
      <dgm:spPr/>
      <dgm:t>
        <a:bodyPr/>
        <a:lstStyle/>
        <a:p>
          <a:endParaRPr lang="en-US"/>
        </a:p>
      </dgm:t>
    </dgm:pt>
    <dgm:pt modelId="{268285A9-C748-4FC1-9603-96C38577EC10}">
      <dgm:prSet phldrT="[Text]"/>
      <dgm:spPr>
        <a:ln>
          <a:solidFill>
            <a:srgbClr val="73D48B"/>
          </a:solidFill>
        </a:ln>
      </dgm:spPr>
      <dgm:t>
        <a:bodyPr/>
        <a:lstStyle/>
        <a:p>
          <a:pPr>
            <a:buNone/>
          </a:pPr>
          <a:r>
            <a:rPr lang="en-US" dirty="0"/>
            <a:t> </a:t>
          </a:r>
        </a:p>
      </dgm:t>
    </dgm:pt>
    <dgm:pt modelId="{36DDD532-95A1-4A33-8896-3FBB800AC5F1}" type="parTrans" cxnId="{73152603-EF64-4653-8E84-BCA54B258F6A}">
      <dgm:prSet/>
      <dgm:spPr/>
      <dgm:t>
        <a:bodyPr/>
        <a:lstStyle/>
        <a:p>
          <a:endParaRPr lang="en-US"/>
        </a:p>
      </dgm:t>
    </dgm:pt>
    <dgm:pt modelId="{8BF7DB53-EDAA-49FD-BB8A-45D09E5CF75B}" type="sibTrans" cxnId="{73152603-EF64-4653-8E84-BCA54B258F6A}">
      <dgm:prSet/>
      <dgm:spPr/>
      <dgm:t>
        <a:bodyPr/>
        <a:lstStyle/>
        <a:p>
          <a:endParaRPr lang="en-US"/>
        </a:p>
      </dgm:t>
    </dgm:pt>
    <dgm:pt modelId="{528B2EF4-5EE3-436D-B3B5-529DA840B13F}">
      <dgm:prSet phldrT="[Text]"/>
      <dgm:spPr>
        <a:solidFill>
          <a:srgbClr val="73D48B"/>
        </a:solidFill>
        <a:ln>
          <a:solidFill>
            <a:srgbClr val="CDEFD5"/>
          </a:solidFill>
        </a:ln>
      </dgm:spPr>
      <dgm:t>
        <a:bodyPr/>
        <a:lstStyle/>
        <a:p>
          <a:r>
            <a:rPr lang="en-US" dirty="0"/>
            <a:t> 2</a:t>
          </a:r>
        </a:p>
      </dgm:t>
    </dgm:pt>
    <dgm:pt modelId="{24DE6D55-9A59-46BA-B6A4-0D0F96C4A3C4}" type="parTrans" cxnId="{9CAEF028-4F4B-4E13-81F5-43796FF2D707}">
      <dgm:prSet/>
      <dgm:spPr/>
      <dgm:t>
        <a:bodyPr/>
        <a:lstStyle/>
        <a:p>
          <a:endParaRPr lang="en-US"/>
        </a:p>
      </dgm:t>
    </dgm:pt>
    <dgm:pt modelId="{E86F38C9-8F22-40F1-9831-AC7976714C3E}" type="sibTrans" cxnId="{9CAEF028-4F4B-4E13-81F5-43796FF2D707}">
      <dgm:prSet/>
      <dgm:spPr/>
      <dgm:t>
        <a:bodyPr/>
        <a:lstStyle/>
        <a:p>
          <a:endParaRPr lang="en-US"/>
        </a:p>
      </dgm:t>
    </dgm:pt>
    <dgm:pt modelId="{6BAA17C1-1A6A-456D-B729-6DB327801975}">
      <dgm:prSet phldrT="[Text]"/>
      <dgm:spPr>
        <a:ln>
          <a:solidFill>
            <a:srgbClr val="73D48B"/>
          </a:solidFill>
        </a:ln>
      </dgm:spPr>
      <dgm:t>
        <a:bodyPr/>
        <a:lstStyle/>
        <a:p>
          <a:pPr>
            <a:buNone/>
          </a:pPr>
          <a:r>
            <a:rPr lang="en-US" dirty="0"/>
            <a:t>    </a:t>
          </a:r>
        </a:p>
      </dgm:t>
    </dgm:pt>
    <dgm:pt modelId="{6BFE9EB8-C4C0-4F06-9A77-EF634EC06C65}" type="parTrans" cxnId="{7A189745-0415-4A3C-96E6-EB0D117CA86C}">
      <dgm:prSet/>
      <dgm:spPr/>
      <dgm:t>
        <a:bodyPr/>
        <a:lstStyle/>
        <a:p>
          <a:endParaRPr lang="en-US"/>
        </a:p>
      </dgm:t>
    </dgm:pt>
    <dgm:pt modelId="{71F25D69-E5C2-44A7-A552-03544509B52D}" type="sibTrans" cxnId="{7A189745-0415-4A3C-96E6-EB0D117CA86C}">
      <dgm:prSet/>
      <dgm:spPr/>
      <dgm:t>
        <a:bodyPr/>
        <a:lstStyle/>
        <a:p>
          <a:endParaRPr lang="en-US"/>
        </a:p>
      </dgm:t>
    </dgm:pt>
    <dgm:pt modelId="{B4DBC32A-4F5E-48FC-B664-23F2A388B58B}">
      <dgm:prSet phldrT="[Text]"/>
      <dgm:spPr>
        <a:solidFill>
          <a:srgbClr val="73D48B"/>
        </a:solidFill>
        <a:ln>
          <a:solidFill>
            <a:srgbClr val="CDEFD5"/>
          </a:solidFill>
        </a:ln>
      </dgm:spPr>
      <dgm:t>
        <a:bodyPr/>
        <a:lstStyle/>
        <a:p>
          <a:r>
            <a:rPr lang="en-US" dirty="0"/>
            <a:t> 3</a:t>
          </a:r>
        </a:p>
      </dgm:t>
    </dgm:pt>
    <dgm:pt modelId="{AECAC5C1-588B-4201-A5EB-6AC60C0538D0}" type="parTrans" cxnId="{969BC86A-2EE8-43DC-A957-28BE07B412B3}">
      <dgm:prSet/>
      <dgm:spPr/>
      <dgm:t>
        <a:bodyPr/>
        <a:lstStyle/>
        <a:p>
          <a:endParaRPr lang="en-US"/>
        </a:p>
      </dgm:t>
    </dgm:pt>
    <dgm:pt modelId="{1B1C9865-1E2D-4D45-84D8-58D5BA711260}" type="sibTrans" cxnId="{969BC86A-2EE8-43DC-A957-28BE07B412B3}">
      <dgm:prSet/>
      <dgm:spPr/>
      <dgm:t>
        <a:bodyPr/>
        <a:lstStyle/>
        <a:p>
          <a:endParaRPr lang="en-US"/>
        </a:p>
      </dgm:t>
    </dgm:pt>
    <dgm:pt modelId="{23A848B7-2E39-4257-9C74-AEE2A25848C8}">
      <dgm:prSet phldrT="[Text]"/>
      <dgm:spPr>
        <a:ln>
          <a:solidFill>
            <a:srgbClr val="73D48B"/>
          </a:solidFill>
        </a:ln>
      </dgm:spPr>
      <dgm:t>
        <a:bodyPr/>
        <a:lstStyle/>
        <a:p>
          <a:pPr>
            <a:buNone/>
          </a:pPr>
          <a:r>
            <a:rPr lang="en-US" dirty="0"/>
            <a:t> </a:t>
          </a:r>
        </a:p>
      </dgm:t>
    </dgm:pt>
    <dgm:pt modelId="{EB07704D-799D-4C01-ADD2-EC5327E9CE99}" type="parTrans" cxnId="{7043804C-71B2-4098-ACF3-FB5EB458C3E6}">
      <dgm:prSet/>
      <dgm:spPr/>
      <dgm:t>
        <a:bodyPr/>
        <a:lstStyle/>
        <a:p>
          <a:endParaRPr lang="en-US"/>
        </a:p>
      </dgm:t>
    </dgm:pt>
    <dgm:pt modelId="{E08B9F0B-70F6-41F8-B05F-3FC7EF407428}" type="sibTrans" cxnId="{7043804C-71B2-4098-ACF3-FB5EB458C3E6}">
      <dgm:prSet/>
      <dgm:spPr/>
      <dgm:t>
        <a:bodyPr/>
        <a:lstStyle/>
        <a:p>
          <a:endParaRPr lang="en-US"/>
        </a:p>
      </dgm:t>
    </dgm:pt>
    <dgm:pt modelId="{3AAFCAC8-8E47-4AEE-82C8-DAD03D14304C}" type="pres">
      <dgm:prSet presAssocID="{514213AC-7795-4F2C-ABA3-86443787D8AA}" presName="linearFlow" presStyleCnt="0">
        <dgm:presLayoutVars>
          <dgm:dir/>
          <dgm:animLvl val="lvl"/>
          <dgm:resizeHandles val="exact"/>
        </dgm:presLayoutVars>
      </dgm:prSet>
      <dgm:spPr/>
    </dgm:pt>
    <dgm:pt modelId="{1526E3B1-8D4A-46DE-99CD-DEEC36A8CFAD}" type="pres">
      <dgm:prSet presAssocID="{991F4770-5EAF-4036-BFCF-A03543C10F76}" presName="composite" presStyleCnt="0"/>
      <dgm:spPr/>
    </dgm:pt>
    <dgm:pt modelId="{CE06D512-98FD-4358-BAAA-03603FB4DB1C}" type="pres">
      <dgm:prSet presAssocID="{991F4770-5EAF-4036-BFCF-A03543C10F76}" presName="parentText" presStyleLbl="alignNode1" presStyleIdx="0" presStyleCnt="3">
        <dgm:presLayoutVars>
          <dgm:chMax val="1"/>
          <dgm:bulletEnabled val="1"/>
        </dgm:presLayoutVars>
      </dgm:prSet>
      <dgm:spPr/>
    </dgm:pt>
    <dgm:pt modelId="{F07BA46A-8652-4AB1-A943-83DD9043CBA9}" type="pres">
      <dgm:prSet presAssocID="{991F4770-5EAF-4036-BFCF-A03543C10F76}" presName="descendantText" presStyleLbl="alignAcc1" presStyleIdx="0" presStyleCnt="3">
        <dgm:presLayoutVars>
          <dgm:bulletEnabled val="1"/>
        </dgm:presLayoutVars>
      </dgm:prSet>
      <dgm:spPr/>
    </dgm:pt>
    <dgm:pt modelId="{73C95C24-2749-4672-8DDF-FB7FA1307A14}" type="pres">
      <dgm:prSet presAssocID="{EB0DD6AD-D3D0-49AC-ADAC-764A5A4F656C}" presName="sp" presStyleCnt="0"/>
      <dgm:spPr/>
    </dgm:pt>
    <dgm:pt modelId="{31F00892-4AAC-41E9-BBE8-C41CE6298A49}" type="pres">
      <dgm:prSet presAssocID="{528B2EF4-5EE3-436D-B3B5-529DA840B13F}" presName="composite" presStyleCnt="0"/>
      <dgm:spPr/>
    </dgm:pt>
    <dgm:pt modelId="{DE2464DF-823A-469A-A24C-C815EAFC628C}" type="pres">
      <dgm:prSet presAssocID="{528B2EF4-5EE3-436D-B3B5-529DA840B13F}" presName="parentText" presStyleLbl="alignNode1" presStyleIdx="1" presStyleCnt="3">
        <dgm:presLayoutVars>
          <dgm:chMax val="1"/>
          <dgm:bulletEnabled val="1"/>
        </dgm:presLayoutVars>
      </dgm:prSet>
      <dgm:spPr/>
    </dgm:pt>
    <dgm:pt modelId="{AC87CD5A-6F24-4C09-B10F-B5A4C4A043E4}" type="pres">
      <dgm:prSet presAssocID="{528B2EF4-5EE3-436D-B3B5-529DA840B13F}" presName="descendantText" presStyleLbl="alignAcc1" presStyleIdx="1" presStyleCnt="3">
        <dgm:presLayoutVars>
          <dgm:bulletEnabled val="1"/>
        </dgm:presLayoutVars>
      </dgm:prSet>
      <dgm:spPr/>
    </dgm:pt>
    <dgm:pt modelId="{C05B9713-42FE-40D1-91B5-819DEB535198}" type="pres">
      <dgm:prSet presAssocID="{E86F38C9-8F22-40F1-9831-AC7976714C3E}" presName="sp" presStyleCnt="0"/>
      <dgm:spPr/>
    </dgm:pt>
    <dgm:pt modelId="{2CC30A23-B74C-467D-930D-82BC6D2C5E23}" type="pres">
      <dgm:prSet presAssocID="{B4DBC32A-4F5E-48FC-B664-23F2A388B58B}" presName="composite" presStyleCnt="0"/>
      <dgm:spPr/>
    </dgm:pt>
    <dgm:pt modelId="{06B136E1-FFBA-4FBB-B718-C4BAFEBC06BD}" type="pres">
      <dgm:prSet presAssocID="{B4DBC32A-4F5E-48FC-B664-23F2A388B58B}" presName="parentText" presStyleLbl="alignNode1" presStyleIdx="2" presStyleCnt="3">
        <dgm:presLayoutVars>
          <dgm:chMax val="1"/>
          <dgm:bulletEnabled val="1"/>
        </dgm:presLayoutVars>
      </dgm:prSet>
      <dgm:spPr/>
    </dgm:pt>
    <dgm:pt modelId="{7FFEB09E-6896-4B40-9736-C8A1C406AD7B}" type="pres">
      <dgm:prSet presAssocID="{B4DBC32A-4F5E-48FC-B664-23F2A388B58B}" presName="descendantText" presStyleLbl="alignAcc1" presStyleIdx="2" presStyleCnt="3">
        <dgm:presLayoutVars>
          <dgm:bulletEnabled val="1"/>
        </dgm:presLayoutVars>
      </dgm:prSet>
      <dgm:spPr/>
    </dgm:pt>
  </dgm:ptLst>
  <dgm:cxnLst>
    <dgm:cxn modelId="{73152603-EF64-4653-8E84-BCA54B258F6A}" srcId="{991F4770-5EAF-4036-BFCF-A03543C10F76}" destId="{268285A9-C748-4FC1-9603-96C38577EC10}" srcOrd="0" destOrd="0" parTransId="{36DDD532-95A1-4A33-8896-3FBB800AC5F1}" sibTransId="{8BF7DB53-EDAA-49FD-BB8A-45D09E5CF75B}"/>
    <dgm:cxn modelId="{39A81224-DE55-401F-BDCA-4FC3E1D876CC}" srcId="{514213AC-7795-4F2C-ABA3-86443787D8AA}" destId="{991F4770-5EAF-4036-BFCF-A03543C10F76}" srcOrd="0" destOrd="0" parTransId="{D6C64568-D07F-4691-9708-72E2C2D4BA62}" sibTransId="{EB0DD6AD-D3D0-49AC-ADAC-764A5A4F656C}"/>
    <dgm:cxn modelId="{9CAEF028-4F4B-4E13-81F5-43796FF2D707}" srcId="{514213AC-7795-4F2C-ABA3-86443787D8AA}" destId="{528B2EF4-5EE3-436D-B3B5-529DA840B13F}" srcOrd="1" destOrd="0" parTransId="{24DE6D55-9A59-46BA-B6A4-0D0F96C4A3C4}" sibTransId="{E86F38C9-8F22-40F1-9831-AC7976714C3E}"/>
    <dgm:cxn modelId="{A8AB9F39-8AE2-41A6-B821-A65A8ECBECCE}" type="presOf" srcId="{6BAA17C1-1A6A-456D-B729-6DB327801975}" destId="{AC87CD5A-6F24-4C09-B10F-B5A4C4A043E4}" srcOrd="0" destOrd="0" presId="urn:microsoft.com/office/officeart/2005/8/layout/chevron2"/>
    <dgm:cxn modelId="{7A189745-0415-4A3C-96E6-EB0D117CA86C}" srcId="{528B2EF4-5EE3-436D-B3B5-529DA840B13F}" destId="{6BAA17C1-1A6A-456D-B729-6DB327801975}" srcOrd="0" destOrd="0" parTransId="{6BFE9EB8-C4C0-4F06-9A77-EF634EC06C65}" sibTransId="{71F25D69-E5C2-44A7-A552-03544509B52D}"/>
    <dgm:cxn modelId="{9656A269-2FDC-491A-A1EC-A94FAA27314F}" type="presOf" srcId="{528B2EF4-5EE3-436D-B3B5-529DA840B13F}" destId="{DE2464DF-823A-469A-A24C-C815EAFC628C}" srcOrd="0" destOrd="0" presId="urn:microsoft.com/office/officeart/2005/8/layout/chevron2"/>
    <dgm:cxn modelId="{969BC86A-2EE8-43DC-A957-28BE07B412B3}" srcId="{514213AC-7795-4F2C-ABA3-86443787D8AA}" destId="{B4DBC32A-4F5E-48FC-B664-23F2A388B58B}" srcOrd="2" destOrd="0" parTransId="{AECAC5C1-588B-4201-A5EB-6AC60C0538D0}" sibTransId="{1B1C9865-1E2D-4D45-84D8-58D5BA711260}"/>
    <dgm:cxn modelId="{7043804C-71B2-4098-ACF3-FB5EB458C3E6}" srcId="{B4DBC32A-4F5E-48FC-B664-23F2A388B58B}" destId="{23A848B7-2E39-4257-9C74-AEE2A25848C8}" srcOrd="0" destOrd="0" parTransId="{EB07704D-799D-4C01-ADD2-EC5327E9CE99}" sibTransId="{E08B9F0B-70F6-41F8-B05F-3FC7EF407428}"/>
    <dgm:cxn modelId="{1623C570-0F20-45DF-954D-34038AAEF899}" type="presOf" srcId="{514213AC-7795-4F2C-ABA3-86443787D8AA}" destId="{3AAFCAC8-8E47-4AEE-82C8-DAD03D14304C}" srcOrd="0" destOrd="0" presId="urn:microsoft.com/office/officeart/2005/8/layout/chevron2"/>
    <dgm:cxn modelId="{79240C93-983F-41C4-A68C-ECD2FC09692F}" type="presOf" srcId="{268285A9-C748-4FC1-9603-96C38577EC10}" destId="{F07BA46A-8652-4AB1-A943-83DD9043CBA9}" srcOrd="0" destOrd="0" presId="urn:microsoft.com/office/officeart/2005/8/layout/chevron2"/>
    <dgm:cxn modelId="{560534B9-2B1D-4A42-B655-F1D7CE3FBC4D}" type="presOf" srcId="{991F4770-5EAF-4036-BFCF-A03543C10F76}" destId="{CE06D512-98FD-4358-BAAA-03603FB4DB1C}" srcOrd="0" destOrd="0" presId="urn:microsoft.com/office/officeart/2005/8/layout/chevron2"/>
    <dgm:cxn modelId="{68F018BE-6261-4DBC-AADA-4870F91D33B7}" type="presOf" srcId="{B4DBC32A-4F5E-48FC-B664-23F2A388B58B}" destId="{06B136E1-FFBA-4FBB-B718-C4BAFEBC06BD}" srcOrd="0" destOrd="0" presId="urn:microsoft.com/office/officeart/2005/8/layout/chevron2"/>
    <dgm:cxn modelId="{B26617FA-59A3-4599-A447-573EDDF7F231}" type="presOf" srcId="{23A848B7-2E39-4257-9C74-AEE2A25848C8}" destId="{7FFEB09E-6896-4B40-9736-C8A1C406AD7B}" srcOrd="0" destOrd="0" presId="urn:microsoft.com/office/officeart/2005/8/layout/chevron2"/>
    <dgm:cxn modelId="{D3BD9FD0-8615-4E2E-A0D2-E53C69738F98}" type="presParOf" srcId="{3AAFCAC8-8E47-4AEE-82C8-DAD03D14304C}" destId="{1526E3B1-8D4A-46DE-99CD-DEEC36A8CFAD}" srcOrd="0" destOrd="0" presId="urn:microsoft.com/office/officeart/2005/8/layout/chevron2"/>
    <dgm:cxn modelId="{971A6B70-194B-4B5C-9788-7A5B68995201}" type="presParOf" srcId="{1526E3B1-8D4A-46DE-99CD-DEEC36A8CFAD}" destId="{CE06D512-98FD-4358-BAAA-03603FB4DB1C}" srcOrd="0" destOrd="0" presId="urn:microsoft.com/office/officeart/2005/8/layout/chevron2"/>
    <dgm:cxn modelId="{6E8DF020-D02E-4583-8B39-F2DF6FD7F087}" type="presParOf" srcId="{1526E3B1-8D4A-46DE-99CD-DEEC36A8CFAD}" destId="{F07BA46A-8652-4AB1-A943-83DD9043CBA9}" srcOrd="1" destOrd="0" presId="urn:microsoft.com/office/officeart/2005/8/layout/chevron2"/>
    <dgm:cxn modelId="{CD84280E-B009-409C-B4D8-46009130F5C0}" type="presParOf" srcId="{3AAFCAC8-8E47-4AEE-82C8-DAD03D14304C}" destId="{73C95C24-2749-4672-8DDF-FB7FA1307A14}" srcOrd="1" destOrd="0" presId="urn:microsoft.com/office/officeart/2005/8/layout/chevron2"/>
    <dgm:cxn modelId="{68B2D6C9-7475-4215-86B4-43699D5AE733}" type="presParOf" srcId="{3AAFCAC8-8E47-4AEE-82C8-DAD03D14304C}" destId="{31F00892-4AAC-41E9-BBE8-C41CE6298A49}" srcOrd="2" destOrd="0" presId="urn:microsoft.com/office/officeart/2005/8/layout/chevron2"/>
    <dgm:cxn modelId="{86049CCE-044E-43A3-8D41-AEB24923EA96}" type="presParOf" srcId="{31F00892-4AAC-41E9-BBE8-C41CE6298A49}" destId="{DE2464DF-823A-469A-A24C-C815EAFC628C}" srcOrd="0" destOrd="0" presId="urn:microsoft.com/office/officeart/2005/8/layout/chevron2"/>
    <dgm:cxn modelId="{A17C01C9-27A8-4102-8C32-E26E60260453}" type="presParOf" srcId="{31F00892-4AAC-41E9-BBE8-C41CE6298A49}" destId="{AC87CD5A-6F24-4C09-B10F-B5A4C4A043E4}" srcOrd="1" destOrd="0" presId="urn:microsoft.com/office/officeart/2005/8/layout/chevron2"/>
    <dgm:cxn modelId="{DC6B2935-F794-4296-93F1-EF77BA410C26}" type="presParOf" srcId="{3AAFCAC8-8E47-4AEE-82C8-DAD03D14304C}" destId="{C05B9713-42FE-40D1-91B5-819DEB535198}" srcOrd="3" destOrd="0" presId="urn:microsoft.com/office/officeart/2005/8/layout/chevron2"/>
    <dgm:cxn modelId="{455A1137-364C-4E93-A97C-3E40A41C29CE}" type="presParOf" srcId="{3AAFCAC8-8E47-4AEE-82C8-DAD03D14304C}" destId="{2CC30A23-B74C-467D-930D-82BC6D2C5E23}" srcOrd="4" destOrd="0" presId="urn:microsoft.com/office/officeart/2005/8/layout/chevron2"/>
    <dgm:cxn modelId="{09186736-3388-4778-8B04-F57510262B5B}" type="presParOf" srcId="{2CC30A23-B74C-467D-930D-82BC6D2C5E23}" destId="{06B136E1-FFBA-4FBB-B718-C4BAFEBC06BD}" srcOrd="0" destOrd="0" presId="urn:microsoft.com/office/officeart/2005/8/layout/chevron2"/>
    <dgm:cxn modelId="{B14036A6-194D-4A6E-BAF4-2E7BA073B494}" type="presParOf" srcId="{2CC30A23-B74C-467D-930D-82BC6D2C5E23}" destId="{7FFEB09E-6896-4B40-9736-C8A1C406AD7B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3591AD7-B7F8-4673-B6E1-23CBEB00561A}" type="doc">
      <dgm:prSet loTypeId="urn:microsoft.com/office/officeart/2005/8/layout/pyramid2" loCatId="pyramid" qsTypeId="urn:microsoft.com/office/officeart/2005/8/quickstyle/simple1" qsCatId="simple" csTypeId="urn:microsoft.com/office/officeart/2005/8/colors/accent1_2" csCatId="accent1" phldr="1"/>
      <dgm:spPr/>
    </dgm:pt>
    <dgm:pt modelId="{AF9D8908-2D16-44D8-BF4A-993E0D400D02}">
      <dgm:prSet phldrT="[Text]"/>
      <dgm:spPr>
        <a:ln>
          <a:solidFill>
            <a:srgbClr val="73D48B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23F94BD1-D0D1-435C-AA2C-E6C462C2450E}" type="parTrans" cxnId="{7990B3E6-3CD6-44E0-96EB-22F74D0474F5}">
      <dgm:prSet/>
      <dgm:spPr/>
      <dgm:t>
        <a:bodyPr/>
        <a:lstStyle/>
        <a:p>
          <a:endParaRPr lang="en-US"/>
        </a:p>
      </dgm:t>
    </dgm:pt>
    <dgm:pt modelId="{E8F0796B-1223-4F2B-92D8-81A11F8E9E41}" type="sibTrans" cxnId="{7990B3E6-3CD6-44E0-96EB-22F74D0474F5}">
      <dgm:prSet/>
      <dgm:spPr/>
      <dgm:t>
        <a:bodyPr/>
        <a:lstStyle/>
        <a:p>
          <a:endParaRPr lang="en-US"/>
        </a:p>
      </dgm:t>
    </dgm:pt>
    <dgm:pt modelId="{6DEAF6E6-4F40-4A11-A543-11D3EA91BA10}">
      <dgm:prSet phldrT="[Text]"/>
      <dgm:spPr>
        <a:ln>
          <a:solidFill>
            <a:srgbClr val="73D48B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DD749A11-9C7A-4316-B957-C5160FC6D2AE}" type="parTrans" cxnId="{4B794756-449D-4F09-9403-54FBC97E835E}">
      <dgm:prSet/>
      <dgm:spPr/>
      <dgm:t>
        <a:bodyPr/>
        <a:lstStyle/>
        <a:p>
          <a:endParaRPr lang="en-US"/>
        </a:p>
      </dgm:t>
    </dgm:pt>
    <dgm:pt modelId="{1D4AA38F-7B81-4FC1-A562-77328D5431EA}" type="sibTrans" cxnId="{4B794756-449D-4F09-9403-54FBC97E835E}">
      <dgm:prSet/>
      <dgm:spPr/>
      <dgm:t>
        <a:bodyPr/>
        <a:lstStyle/>
        <a:p>
          <a:endParaRPr lang="en-US"/>
        </a:p>
      </dgm:t>
    </dgm:pt>
    <dgm:pt modelId="{1E3D19CC-4738-4B29-94F9-4A47D254C89D}">
      <dgm:prSet phldrT="[Text]"/>
      <dgm:spPr>
        <a:ln>
          <a:solidFill>
            <a:srgbClr val="73D48B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C7EFE94C-ECE7-4D15-9563-F258A68069CD}" type="parTrans" cxnId="{35BAC525-AC95-4BB9-BF69-6735A449AA3C}">
      <dgm:prSet/>
      <dgm:spPr/>
      <dgm:t>
        <a:bodyPr/>
        <a:lstStyle/>
        <a:p>
          <a:endParaRPr lang="en-US"/>
        </a:p>
      </dgm:t>
    </dgm:pt>
    <dgm:pt modelId="{8C89A892-F60D-4267-A275-F1B71EC9E1A2}" type="sibTrans" cxnId="{35BAC525-AC95-4BB9-BF69-6735A449AA3C}">
      <dgm:prSet/>
      <dgm:spPr/>
      <dgm:t>
        <a:bodyPr/>
        <a:lstStyle/>
        <a:p>
          <a:endParaRPr lang="en-US"/>
        </a:p>
      </dgm:t>
    </dgm:pt>
    <dgm:pt modelId="{4DFA5E09-F4E9-4A33-972B-E7EE4B7B25F8}" type="pres">
      <dgm:prSet presAssocID="{43591AD7-B7F8-4673-B6E1-23CBEB00561A}" presName="compositeShape" presStyleCnt="0">
        <dgm:presLayoutVars>
          <dgm:dir/>
          <dgm:resizeHandles/>
        </dgm:presLayoutVars>
      </dgm:prSet>
      <dgm:spPr/>
    </dgm:pt>
    <dgm:pt modelId="{88F82B2D-B788-4888-988A-D6C143D6ECD9}" type="pres">
      <dgm:prSet presAssocID="{43591AD7-B7F8-4673-B6E1-23CBEB00561A}" presName="pyramid" presStyleLbl="node1" presStyleIdx="0" presStyleCnt="1" custScaleX="132388" custLinFactNeighborX="6944"/>
      <dgm:spPr>
        <a:solidFill>
          <a:srgbClr val="73D48B"/>
        </a:solidFill>
      </dgm:spPr>
    </dgm:pt>
    <dgm:pt modelId="{2134AAAD-850A-4D62-B440-4ECC971D365E}" type="pres">
      <dgm:prSet presAssocID="{43591AD7-B7F8-4673-B6E1-23CBEB00561A}" presName="theList" presStyleCnt="0"/>
      <dgm:spPr/>
    </dgm:pt>
    <dgm:pt modelId="{AB0AD59A-A258-4EE1-9A2A-6D1AE54E82F1}" type="pres">
      <dgm:prSet presAssocID="{AF9D8908-2D16-44D8-BF4A-993E0D400D02}" presName="aNode" presStyleLbl="fgAcc1" presStyleIdx="0" presStyleCnt="3" custScaleX="267207" custLinFactY="4953" custLinFactNeighborX="68485" custLinFactNeighborY="100000">
        <dgm:presLayoutVars>
          <dgm:bulletEnabled val="1"/>
        </dgm:presLayoutVars>
      </dgm:prSet>
      <dgm:spPr/>
    </dgm:pt>
    <dgm:pt modelId="{BCD1FA29-CC7B-4DF6-B538-052EA7F513E2}" type="pres">
      <dgm:prSet presAssocID="{AF9D8908-2D16-44D8-BF4A-993E0D400D02}" presName="aSpace" presStyleCnt="0"/>
      <dgm:spPr/>
    </dgm:pt>
    <dgm:pt modelId="{2822244F-2C65-4AA5-954B-8F99E3F68121}" type="pres">
      <dgm:prSet presAssocID="{6DEAF6E6-4F40-4A11-A543-11D3EA91BA10}" presName="aNode" presStyleLbl="fgAcc1" presStyleIdx="1" presStyleCnt="3" custScaleX="267207" custLinFactY="4953" custLinFactNeighborX="74287" custLinFactNeighborY="100000">
        <dgm:presLayoutVars>
          <dgm:bulletEnabled val="1"/>
        </dgm:presLayoutVars>
      </dgm:prSet>
      <dgm:spPr/>
    </dgm:pt>
    <dgm:pt modelId="{A0B0F03A-CF3C-4AFB-8B27-D791CB0C600E}" type="pres">
      <dgm:prSet presAssocID="{6DEAF6E6-4F40-4A11-A543-11D3EA91BA10}" presName="aSpace" presStyleCnt="0"/>
      <dgm:spPr/>
    </dgm:pt>
    <dgm:pt modelId="{DB2CC279-AF69-421B-BB4F-9749D1F8B3BF}" type="pres">
      <dgm:prSet presAssocID="{1E3D19CC-4738-4B29-94F9-4A47D254C89D}" presName="aNode" presStyleLbl="fgAcc1" presStyleIdx="2" presStyleCnt="3" custScaleX="267207" custLinFactY="4953" custLinFactNeighborX="74287" custLinFactNeighborY="100000">
        <dgm:presLayoutVars>
          <dgm:bulletEnabled val="1"/>
        </dgm:presLayoutVars>
      </dgm:prSet>
      <dgm:spPr/>
    </dgm:pt>
    <dgm:pt modelId="{322502C0-E7AF-4639-860E-A493D54C3DEC}" type="pres">
      <dgm:prSet presAssocID="{1E3D19CC-4738-4B29-94F9-4A47D254C89D}" presName="aSpace" presStyleCnt="0"/>
      <dgm:spPr/>
    </dgm:pt>
  </dgm:ptLst>
  <dgm:cxnLst>
    <dgm:cxn modelId="{C520A707-A56C-4BAA-8F9C-B53D62280990}" type="presOf" srcId="{43591AD7-B7F8-4673-B6E1-23CBEB00561A}" destId="{4DFA5E09-F4E9-4A33-972B-E7EE4B7B25F8}" srcOrd="0" destOrd="0" presId="urn:microsoft.com/office/officeart/2005/8/layout/pyramid2"/>
    <dgm:cxn modelId="{35BAC525-AC95-4BB9-BF69-6735A449AA3C}" srcId="{43591AD7-B7F8-4673-B6E1-23CBEB00561A}" destId="{1E3D19CC-4738-4B29-94F9-4A47D254C89D}" srcOrd="2" destOrd="0" parTransId="{C7EFE94C-ECE7-4D15-9563-F258A68069CD}" sibTransId="{8C89A892-F60D-4267-A275-F1B71EC9E1A2}"/>
    <dgm:cxn modelId="{5A899252-BBDA-4703-85CB-C71AE54D37EC}" type="presOf" srcId="{AF9D8908-2D16-44D8-BF4A-993E0D400D02}" destId="{AB0AD59A-A258-4EE1-9A2A-6D1AE54E82F1}" srcOrd="0" destOrd="0" presId="urn:microsoft.com/office/officeart/2005/8/layout/pyramid2"/>
    <dgm:cxn modelId="{4B794756-449D-4F09-9403-54FBC97E835E}" srcId="{43591AD7-B7F8-4673-B6E1-23CBEB00561A}" destId="{6DEAF6E6-4F40-4A11-A543-11D3EA91BA10}" srcOrd="1" destOrd="0" parTransId="{DD749A11-9C7A-4316-B957-C5160FC6D2AE}" sibTransId="{1D4AA38F-7B81-4FC1-A562-77328D5431EA}"/>
    <dgm:cxn modelId="{211B25A5-8F2C-4E7C-8BF3-2A9D5A188D5A}" type="presOf" srcId="{1E3D19CC-4738-4B29-94F9-4A47D254C89D}" destId="{DB2CC279-AF69-421B-BB4F-9749D1F8B3BF}" srcOrd="0" destOrd="0" presId="urn:microsoft.com/office/officeart/2005/8/layout/pyramid2"/>
    <dgm:cxn modelId="{D18604C4-1AFA-4889-8159-5C943558513A}" type="presOf" srcId="{6DEAF6E6-4F40-4A11-A543-11D3EA91BA10}" destId="{2822244F-2C65-4AA5-954B-8F99E3F68121}" srcOrd="0" destOrd="0" presId="urn:microsoft.com/office/officeart/2005/8/layout/pyramid2"/>
    <dgm:cxn modelId="{7990B3E6-3CD6-44E0-96EB-22F74D0474F5}" srcId="{43591AD7-B7F8-4673-B6E1-23CBEB00561A}" destId="{AF9D8908-2D16-44D8-BF4A-993E0D400D02}" srcOrd="0" destOrd="0" parTransId="{23F94BD1-D0D1-435C-AA2C-E6C462C2450E}" sibTransId="{E8F0796B-1223-4F2B-92D8-81A11F8E9E41}"/>
    <dgm:cxn modelId="{8DF6C25A-A736-400E-A2EF-37209C6B4F60}" type="presParOf" srcId="{4DFA5E09-F4E9-4A33-972B-E7EE4B7B25F8}" destId="{88F82B2D-B788-4888-988A-D6C143D6ECD9}" srcOrd="0" destOrd="0" presId="urn:microsoft.com/office/officeart/2005/8/layout/pyramid2"/>
    <dgm:cxn modelId="{C2174E24-B260-47B0-BCA3-19B2F521109C}" type="presParOf" srcId="{4DFA5E09-F4E9-4A33-972B-E7EE4B7B25F8}" destId="{2134AAAD-850A-4D62-B440-4ECC971D365E}" srcOrd="1" destOrd="0" presId="urn:microsoft.com/office/officeart/2005/8/layout/pyramid2"/>
    <dgm:cxn modelId="{EDBCBC8B-50D4-4270-828D-4CC10185E087}" type="presParOf" srcId="{2134AAAD-850A-4D62-B440-4ECC971D365E}" destId="{AB0AD59A-A258-4EE1-9A2A-6D1AE54E82F1}" srcOrd="0" destOrd="0" presId="urn:microsoft.com/office/officeart/2005/8/layout/pyramid2"/>
    <dgm:cxn modelId="{2F8E6028-6B08-44AC-9238-8260167B17BB}" type="presParOf" srcId="{2134AAAD-850A-4D62-B440-4ECC971D365E}" destId="{BCD1FA29-CC7B-4DF6-B538-052EA7F513E2}" srcOrd="1" destOrd="0" presId="urn:microsoft.com/office/officeart/2005/8/layout/pyramid2"/>
    <dgm:cxn modelId="{9C2F9FC4-9918-4FDB-9643-16C015B14210}" type="presParOf" srcId="{2134AAAD-850A-4D62-B440-4ECC971D365E}" destId="{2822244F-2C65-4AA5-954B-8F99E3F68121}" srcOrd="2" destOrd="0" presId="urn:microsoft.com/office/officeart/2005/8/layout/pyramid2"/>
    <dgm:cxn modelId="{0A782A86-29CC-4FBA-99E0-8A890217786D}" type="presParOf" srcId="{2134AAAD-850A-4D62-B440-4ECC971D365E}" destId="{A0B0F03A-CF3C-4AFB-8B27-D791CB0C600E}" srcOrd="3" destOrd="0" presId="urn:microsoft.com/office/officeart/2005/8/layout/pyramid2"/>
    <dgm:cxn modelId="{0D465ED7-AD14-41F5-A1A2-33E7CAE61050}" type="presParOf" srcId="{2134AAAD-850A-4D62-B440-4ECC971D365E}" destId="{DB2CC279-AF69-421B-BB4F-9749D1F8B3BF}" srcOrd="4" destOrd="0" presId="urn:microsoft.com/office/officeart/2005/8/layout/pyramid2"/>
    <dgm:cxn modelId="{27BDE818-A675-4C26-84FE-9E752B432BA8}" type="presParOf" srcId="{2134AAAD-850A-4D62-B440-4ECC971D365E}" destId="{322502C0-E7AF-4639-860E-A493D54C3DEC}" srcOrd="5" destOrd="0" presId="urn:microsoft.com/office/officeart/2005/8/layout/pyramid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5374164-C838-4D2F-B71E-DD9AAE89AE54}" type="doc">
      <dgm:prSet loTypeId="urn:microsoft.com/office/officeart/2005/8/layout/hierarchy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405B0BB-7EDA-49BC-AF29-408E6E1C60FE}">
      <dgm:prSet phldrT="[Text]"/>
      <dgm:spPr>
        <a:solidFill>
          <a:srgbClr val="73D48B"/>
        </a:solidFill>
      </dgm:spPr>
      <dgm:t>
        <a:bodyPr/>
        <a:lstStyle/>
        <a:p>
          <a:r>
            <a:rPr lang="en-US" dirty="0"/>
            <a:t> </a:t>
          </a:r>
        </a:p>
      </dgm:t>
    </dgm:pt>
    <dgm:pt modelId="{F80724A4-9576-49D1-ADF8-64EFCD4C274D}" type="parTrans" cxnId="{9B8C9AD2-D8F1-4C3B-9413-C20DEE1B4A9B}">
      <dgm:prSet/>
      <dgm:spPr/>
      <dgm:t>
        <a:bodyPr/>
        <a:lstStyle/>
        <a:p>
          <a:endParaRPr lang="en-US"/>
        </a:p>
      </dgm:t>
    </dgm:pt>
    <dgm:pt modelId="{C4F0EFD9-DF94-43DD-8DAA-2C76B3254246}" type="sibTrans" cxnId="{9B8C9AD2-D8F1-4C3B-9413-C20DEE1B4A9B}">
      <dgm:prSet/>
      <dgm:spPr/>
      <dgm:t>
        <a:bodyPr/>
        <a:lstStyle/>
        <a:p>
          <a:endParaRPr lang="en-US"/>
        </a:p>
      </dgm:t>
    </dgm:pt>
    <dgm:pt modelId="{619FF61E-1D4B-4045-A224-88BA59FC22C0}">
      <dgm:prSet phldrT="[Text]"/>
      <dgm:spPr>
        <a:ln>
          <a:solidFill>
            <a:srgbClr val="73D48B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2E890EA4-9BA6-4B2C-8806-74A46E11434B}" type="parTrans" cxnId="{544B922E-0656-476E-A9B9-CC0E9EEA2686}">
      <dgm:prSet/>
      <dgm:spPr>
        <a:solidFill>
          <a:srgbClr val="73D48B"/>
        </a:solidFill>
        <a:ln>
          <a:solidFill>
            <a:srgbClr val="73D48B"/>
          </a:solidFill>
        </a:ln>
      </dgm:spPr>
      <dgm:t>
        <a:bodyPr/>
        <a:lstStyle/>
        <a:p>
          <a:endParaRPr lang="en-US"/>
        </a:p>
      </dgm:t>
    </dgm:pt>
    <dgm:pt modelId="{1B1ED518-3FA0-4D32-9BA8-B66926EA86A5}" type="sibTrans" cxnId="{544B922E-0656-476E-A9B9-CC0E9EEA2686}">
      <dgm:prSet/>
      <dgm:spPr/>
      <dgm:t>
        <a:bodyPr/>
        <a:lstStyle/>
        <a:p>
          <a:endParaRPr lang="en-US"/>
        </a:p>
      </dgm:t>
    </dgm:pt>
    <dgm:pt modelId="{2E47655F-30C9-4796-94E9-B438169468F5}">
      <dgm:prSet phldrT="[Text]"/>
      <dgm:spPr>
        <a:ln>
          <a:solidFill>
            <a:srgbClr val="73D48B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67D3BB19-694F-4A30-87F2-F6867A42C532}" type="parTrans" cxnId="{24986230-F399-4EB4-83EB-F02B722D4ABC}">
      <dgm:prSet/>
      <dgm:spPr>
        <a:solidFill>
          <a:srgbClr val="73D48B"/>
        </a:solidFill>
        <a:ln>
          <a:solidFill>
            <a:srgbClr val="73D48B"/>
          </a:solidFill>
        </a:ln>
      </dgm:spPr>
      <dgm:t>
        <a:bodyPr/>
        <a:lstStyle/>
        <a:p>
          <a:endParaRPr lang="en-US"/>
        </a:p>
      </dgm:t>
    </dgm:pt>
    <dgm:pt modelId="{F3AC64C2-FDFA-42A4-9664-11E834E644E9}" type="sibTrans" cxnId="{24986230-F399-4EB4-83EB-F02B722D4ABC}">
      <dgm:prSet/>
      <dgm:spPr/>
      <dgm:t>
        <a:bodyPr/>
        <a:lstStyle/>
        <a:p>
          <a:endParaRPr lang="en-US"/>
        </a:p>
      </dgm:t>
    </dgm:pt>
    <dgm:pt modelId="{A2B5F4C4-97F0-4397-9AEA-72B43280D2DB}">
      <dgm:prSet phldrT="[Text]"/>
      <dgm:spPr>
        <a:solidFill>
          <a:srgbClr val="73D48B"/>
        </a:solidFill>
      </dgm:spPr>
      <dgm:t>
        <a:bodyPr/>
        <a:lstStyle/>
        <a:p>
          <a:r>
            <a:rPr lang="en-US" dirty="0"/>
            <a:t> </a:t>
          </a:r>
        </a:p>
      </dgm:t>
    </dgm:pt>
    <dgm:pt modelId="{66ABB7C2-64D8-4D79-AC3C-12ACADD3737B}" type="parTrans" cxnId="{F4047A22-046B-4CC1-889A-827CE65021D5}">
      <dgm:prSet/>
      <dgm:spPr/>
      <dgm:t>
        <a:bodyPr/>
        <a:lstStyle/>
        <a:p>
          <a:endParaRPr lang="en-US"/>
        </a:p>
      </dgm:t>
    </dgm:pt>
    <dgm:pt modelId="{AD7942CD-B60D-4978-8E8A-F14D12BCDD17}" type="sibTrans" cxnId="{F4047A22-046B-4CC1-889A-827CE65021D5}">
      <dgm:prSet/>
      <dgm:spPr/>
      <dgm:t>
        <a:bodyPr/>
        <a:lstStyle/>
        <a:p>
          <a:endParaRPr lang="en-US"/>
        </a:p>
      </dgm:t>
    </dgm:pt>
    <dgm:pt modelId="{5EF594B6-9D76-4F3F-A13E-1CBEAE906CAF}">
      <dgm:prSet phldrT="[Text]"/>
      <dgm:spPr>
        <a:ln>
          <a:solidFill>
            <a:srgbClr val="73D48B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9A5FC19E-B3E9-4C41-B0D9-541B0AC1D834}" type="parTrans" cxnId="{D721ACC1-6D43-4996-85BE-C7317511A491}">
      <dgm:prSet/>
      <dgm:spPr>
        <a:solidFill>
          <a:srgbClr val="73D48B"/>
        </a:solidFill>
        <a:ln>
          <a:solidFill>
            <a:srgbClr val="73D48B"/>
          </a:solidFill>
        </a:ln>
      </dgm:spPr>
      <dgm:t>
        <a:bodyPr/>
        <a:lstStyle/>
        <a:p>
          <a:endParaRPr lang="en-US"/>
        </a:p>
      </dgm:t>
    </dgm:pt>
    <dgm:pt modelId="{41F30D30-D272-4DAF-BF0D-6B333932C2C7}" type="sibTrans" cxnId="{D721ACC1-6D43-4996-85BE-C7317511A491}">
      <dgm:prSet/>
      <dgm:spPr/>
      <dgm:t>
        <a:bodyPr/>
        <a:lstStyle/>
        <a:p>
          <a:endParaRPr lang="en-US"/>
        </a:p>
      </dgm:t>
    </dgm:pt>
    <dgm:pt modelId="{D117452C-3AC0-4A3C-8C3E-F13DD57E290F}">
      <dgm:prSet phldrT="[Text]"/>
      <dgm:spPr>
        <a:ln>
          <a:solidFill>
            <a:srgbClr val="73D48B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AB533C3C-ADDE-4C48-9877-5EA9D6E0755B}" type="parTrans" cxnId="{A5A06AE6-F6C6-4746-8A7D-5BFECC088A2D}">
      <dgm:prSet/>
      <dgm:spPr>
        <a:solidFill>
          <a:srgbClr val="73D48B"/>
        </a:solidFill>
        <a:ln>
          <a:solidFill>
            <a:srgbClr val="73D48B"/>
          </a:solidFill>
        </a:ln>
      </dgm:spPr>
      <dgm:t>
        <a:bodyPr/>
        <a:lstStyle/>
        <a:p>
          <a:endParaRPr lang="en-US"/>
        </a:p>
      </dgm:t>
    </dgm:pt>
    <dgm:pt modelId="{3DC72023-A817-4ABA-AD9C-686186E7C97E}" type="sibTrans" cxnId="{A5A06AE6-F6C6-4746-8A7D-5BFECC088A2D}">
      <dgm:prSet/>
      <dgm:spPr/>
      <dgm:t>
        <a:bodyPr/>
        <a:lstStyle/>
        <a:p>
          <a:endParaRPr lang="en-US"/>
        </a:p>
      </dgm:t>
    </dgm:pt>
    <dgm:pt modelId="{136F6AFF-0184-455B-A190-3D73DD894D12}" type="pres">
      <dgm:prSet presAssocID="{E5374164-C838-4D2F-B71E-DD9AAE89AE54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4A30ED0D-300C-43B7-9C22-87D9B8C24968}" type="pres">
      <dgm:prSet presAssocID="{8405B0BB-7EDA-49BC-AF29-408E6E1C60FE}" presName="root" presStyleCnt="0"/>
      <dgm:spPr/>
    </dgm:pt>
    <dgm:pt modelId="{3B240256-68EE-4E3D-B935-125B2EE93996}" type="pres">
      <dgm:prSet presAssocID="{8405B0BB-7EDA-49BC-AF29-408E6E1C60FE}" presName="rootComposite" presStyleCnt="0"/>
      <dgm:spPr/>
    </dgm:pt>
    <dgm:pt modelId="{2EABC0AB-F643-4BE2-B53E-2680BA8056C6}" type="pres">
      <dgm:prSet presAssocID="{8405B0BB-7EDA-49BC-AF29-408E6E1C60FE}" presName="rootText" presStyleLbl="node1" presStyleIdx="0" presStyleCnt="2" custScaleX="163492" custLinFactNeighborX="-13403"/>
      <dgm:spPr/>
    </dgm:pt>
    <dgm:pt modelId="{D3EBB430-ED1B-4575-AB71-EA1228C9BE93}" type="pres">
      <dgm:prSet presAssocID="{8405B0BB-7EDA-49BC-AF29-408E6E1C60FE}" presName="rootConnector" presStyleLbl="node1" presStyleIdx="0" presStyleCnt="2"/>
      <dgm:spPr/>
    </dgm:pt>
    <dgm:pt modelId="{CD334BFF-6611-4D5E-9665-99E43BD77EFD}" type="pres">
      <dgm:prSet presAssocID="{8405B0BB-7EDA-49BC-AF29-408E6E1C60FE}" presName="childShape" presStyleCnt="0"/>
      <dgm:spPr/>
    </dgm:pt>
    <dgm:pt modelId="{A82682C7-0B2C-4483-9729-5FD19D5D75B9}" type="pres">
      <dgm:prSet presAssocID="{2E890EA4-9BA6-4B2C-8806-74A46E11434B}" presName="Name13" presStyleLbl="parChTrans1D2" presStyleIdx="0" presStyleCnt="4"/>
      <dgm:spPr/>
    </dgm:pt>
    <dgm:pt modelId="{8D7403E3-91B9-48A8-87B5-9B3BDC83F038}" type="pres">
      <dgm:prSet presAssocID="{619FF61E-1D4B-4045-A224-88BA59FC22C0}" presName="childText" presStyleLbl="bgAcc1" presStyleIdx="0" presStyleCnt="4" custScaleX="205186" custLinFactNeighborX="-16753">
        <dgm:presLayoutVars>
          <dgm:bulletEnabled val="1"/>
        </dgm:presLayoutVars>
      </dgm:prSet>
      <dgm:spPr/>
    </dgm:pt>
    <dgm:pt modelId="{0E35C541-5FB1-4927-822D-00369737A66B}" type="pres">
      <dgm:prSet presAssocID="{67D3BB19-694F-4A30-87F2-F6867A42C532}" presName="Name13" presStyleLbl="parChTrans1D2" presStyleIdx="1" presStyleCnt="4"/>
      <dgm:spPr/>
    </dgm:pt>
    <dgm:pt modelId="{5D6C08D1-C6C4-4F9F-87EB-1643CDB5CD23}" type="pres">
      <dgm:prSet presAssocID="{2E47655F-30C9-4796-94E9-B438169468F5}" presName="childText" presStyleLbl="bgAcc1" presStyleIdx="1" presStyleCnt="4" custScaleX="205186" custLinFactNeighborX="-16431" custLinFactNeighborY="-2312">
        <dgm:presLayoutVars>
          <dgm:bulletEnabled val="1"/>
        </dgm:presLayoutVars>
      </dgm:prSet>
      <dgm:spPr/>
    </dgm:pt>
    <dgm:pt modelId="{043DC0EC-83D6-4B89-B94C-C7FF08257E43}" type="pres">
      <dgm:prSet presAssocID="{A2B5F4C4-97F0-4397-9AEA-72B43280D2DB}" presName="root" presStyleCnt="0"/>
      <dgm:spPr/>
    </dgm:pt>
    <dgm:pt modelId="{9F96DF20-6464-48E5-8133-10AAD94CC4FE}" type="pres">
      <dgm:prSet presAssocID="{A2B5F4C4-97F0-4397-9AEA-72B43280D2DB}" presName="rootComposite" presStyleCnt="0"/>
      <dgm:spPr/>
    </dgm:pt>
    <dgm:pt modelId="{9F91AB57-C3EE-4EB4-8564-CD040B3E5265}" type="pres">
      <dgm:prSet presAssocID="{A2B5F4C4-97F0-4397-9AEA-72B43280D2DB}" presName="rootText" presStyleLbl="node1" presStyleIdx="1" presStyleCnt="2" custScaleX="163492" custLinFactNeighborX="8469" custLinFactNeighborY="581"/>
      <dgm:spPr/>
    </dgm:pt>
    <dgm:pt modelId="{F0CEA0B3-56C5-48A8-B806-335A6FDC8A02}" type="pres">
      <dgm:prSet presAssocID="{A2B5F4C4-97F0-4397-9AEA-72B43280D2DB}" presName="rootConnector" presStyleLbl="node1" presStyleIdx="1" presStyleCnt="2"/>
      <dgm:spPr/>
    </dgm:pt>
    <dgm:pt modelId="{F5F4AF20-7237-4242-A580-37006A6B7604}" type="pres">
      <dgm:prSet presAssocID="{A2B5F4C4-97F0-4397-9AEA-72B43280D2DB}" presName="childShape" presStyleCnt="0"/>
      <dgm:spPr/>
    </dgm:pt>
    <dgm:pt modelId="{32AAFD21-0965-459C-95DB-DE8FBDB36820}" type="pres">
      <dgm:prSet presAssocID="{9A5FC19E-B3E9-4C41-B0D9-541B0AC1D834}" presName="Name13" presStyleLbl="parChTrans1D2" presStyleIdx="2" presStyleCnt="4"/>
      <dgm:spPr/>
    </dgm:pt>
    <dgm:pt modelId="{52AD8314-C5EB-4921-9E6F-AC31FF0D4790}" type="pres">
      <dgm:prSet presAssocID="{5EF594B6-9D76-4F3F-A13E-1CBEAE906CAF}" presName="childText" presStyleLbl="bgAcc1" presStyleIdx="2" presStyleCnt="4" custScaleX="205186" custLinFactNeighborX="10584" custLinFactNeighborY="-2115">
        <dgm:presLayoutVars>
          <dgm:bulletEnabled val="1"/>
        </dgm:presLayoutVars>
      </dgm:prSet>
      <dgm:spPr/>
    </dgm:pt>
    <dgm:pt modelId="{57FDD5F3-7A4C-4108-8E8C-F0691467D490}" type="pres">
      <dgm:prSet presAssocID="{AB533C3C-ADDE-4C48-9877-5EA9D6E0755B}" presName="Name13" presStyleLbl="parChTrans1D2" presStyleIdx="3" presStyleCnt="4"/>
      <dgm:spPr/>
    </dgm:pt>
    <dgm:pt modelId="{42B2EF47-27B6-4B95-AF5D-EB882F3AAEFF}" type="pres">
      <dgm:prSet presAssocID="{D117452C-3AC0-4A3C-8C3E-F13DD57E290F}" presName="childText" presStyleLbl="bgAcc1" presStyleIdx="3" presStyleCnt="4" custScaleX="205186" custLinFactNeighborX="10584" custLinFactNeighborY="-2115">
        <dgm:presLayoutVars>
          <dgm:bulletEnabled val="1"/>
        </dgm:presLayoutVars>
      </dgm:prSet>
      <dgm:spPr/>
    </dgm:pt>
  </dgm:ptLst>
  <dgm:cxnLst>
    <dgm:cxn modelId="{0C738E0A-318E-44BA-A983-EFA27E5A5218}" type="presOf" srcId="{8405B0BB-7EDA-49BC-AF29-408E6E1C60FE}" destId="{2EABC0AB-F643-4BE2-B53E-2680BA8056C6}" srcOrd="0" destOrd="0" presId="urn:microsoft.com/office/officeart/2005/8/layout/hierarchy3"/>
    <dgm:cxn modelId="{1644BA1B-C4E7-4A18-88DE-13F7693E0626}" type="presOf" srcId="{8405B0BB-7EDA-49BC-AF29-408E6E1C60FE}" destId="{D3EBB430-ED1B-4575-AB71-EA1228C9BE93}" srcOrd="1" destOrd="0" presId="urn:microsoft.com/office/officeart/2005/8/layout/hierarchy3"/>
    <dgm:cxn modelId="{F4047A22-046B-4CC1-889A-827CE65021D5}" srcId="{E5374164-C838-4D2F-B71E-DD9AAE89AE54}" destId="{A2B5F4C4-97F0-4397-9AEA-72B43280D2DB}" srcOrd="1" destOrd="0" parTransId="{66ABB7C2-64D8-4D79-AC3C-12ACADD3737B}" sibTransId="{AD7942CD-B60D-4978-8E8A-F14D12BCDD17}"/>
    <dgm:cxn modelId="{544B922E-0656-476E-A9B9-CC0E9EEA2686}" srcId="{8405B0BB-7EDA-49BC-AF29-408E6E1C60FE}" destId="{619FF61E-1D4B-4045-A224-88BA59FC22C0}" srcOrd="0" destOrd="0" parTransId="{2E890EA4-9BA6-4B2C-8806-74A46E11434B}" sibTransId="{1B1ED518-3FA0-4D32-9BA8-B66926EA86A5}"/>
    <dgm:cxn modelId="{24986230-F399-4EB4-83EB-F02B722D4ABC}" srcId="{8405B0BB-7EDA-49BC-AF29-408E6E1C60FE}" destId="{2E47655F-30C9-4796-94E9-B438169468F5}" srcOrd="1" destOrd="0" parTransId="{67D3BB19-694F-4A30-87F2-F6867A42C532}" sibTransId="{F3AC64C2-FDFA-42A4-9664-11E834E644E9}"/>
    <dgm:cxn modelId="{2C2F333D-68B3-4636-B13E-5DE5A6E8D0FF}" type="presOf" srcId="{67D3BB19-694F-4A30-87F2-F6867A42C532}" destId="{0E35C541-5FB1-4927-822D-00369737A66B}" srcOrd="0" destOrd="0" presId="urn:microsoft.com/office/officeart/2005/8/layout/hierarchy3"/>
    <dgm:cxn modelId="{38FF6D63-A170-49D6-A6F8-85FD81EE8596}" type="presOf" srcId="{5EF594B6-9D76-4F3F-A13E-1CBEAE906CAF}" destId="{52AD8314-C5EB-4921-9E6F-AC31FF0D4790}" srcOrd="0" destOrd="0" presId="urn:microsoft.com/office/officeart/2005/8/layout/hierarchy3"/>
    <dgm:cxn modelId="{AEFD4773-35BE-42B5-ACA4-54966C9A7A93}" type="presOf" srcId="{D117452C-3AC0-4A3C-8C3E-F13DD57E290F}" destId="{42B2EF47-27B6-4B95-AF5D-EB882F3AAEFF}" srcOrd="0" destOrd="0" presId="urn:microsoft.com/office/officeart/2005/8/layout/hierarchy3"/>
    <dgm:cxn modelId="{914BA154-A03C-417B-8B1B-D8B55E48CC63}" type="presOf" srcId="{2E47655F-30C9-4796-94E9-B438169468F5}" destId="{5D6C08D1-C6C4-4F9F-87EB-1643CDB5CD23}" srcOrd="0" destOrd="0" presId="urn:microsoft.com/office/officeart/2005/8/layout/hierarchy3"/>
    <dgm:cxn modelId="{7BA8247D-6E1F-4811-BCA1-2B5C0E56C429}" type="presOf" srcId="{A2B5F4C4-97F0-4397-9AEA-72B43280D2DB}" destId="{9F91AB57-C3EE-4EB4-8564-CD040B3E5265}" srcOrd="0" destOrd="0" presId="urn:microsoft.com/office/officeart/2005/8/layout/hierarchy3"/>
    <dgm:cxn modelId="{B4255783-6117-442F-A86D-7134656877E4}" type="presOf" srcId="{2E890EA4-9BA6-4B2C-8806-74A46E11434B}" destId="{A82682C7-0B2C-4483-9729-5FD19D5D75B9}" srcOrd="0" destOrd="0" presId="urn:microsoft.com/office/officeart/2005/8/layout/hierarchy3"/>
    <dgm:cxn modelId="{FAF38692-E18A-49BC-A873-B67A4C5FE382}" type="presOf" srcId="{619FF61E-1D4B-4045-A224-88BA59FC22C0}" destId="{8D7403E3-91B9-48A8-87B5-9B3BDC83F038}" srcOrd="0" destOrd="0" presId="urn:microsoft.com/office/officeart/2005/8/layout/hierarchy3"/>
    <dgm:cxn modelId="{414E42BF-67E7-4E19-B761-618CF9974605}" type="presOf" srcId="{A2B5F4C4-97F0-4397-9AEA-72B43280D2DB}" destId="{F0CEA0B3-56C5-48A8-B806-335A6FDC8A02}" srcOrd="1" destOrd="0" presId="urn:microsoft.com/office/officeart/2005/8/layout/hierarchy3"/>
    <dgm:cxn modelId="{D721ACC1-6D43-4996-85BE-C7317511A491}" srcId="{A2B5F4C4-97F0-4397-9AEA-72B43280D2DB}" destId="{5EF594B6-9D76-4F3F-A13E-1CBEAE906CAF}" srcOrd="0" destOrd="0" parTransId="{9A5FC19E-B3E9-4C41-B0D9-541B0AC1D834}" sibTransId="{41F30D30-D272-4DAF-BF0D-6B333932C2C7}"/>
    <dgm:cxn modelId="{9B8C9AD2-D8F1-4C3B-9413-C20DEE1B4A9B}" srcId="{E5374164-C838-4D2F-B71E-DD9AAE89AE54}" destId="{8405B0BB-7EDA-49BC-AF29-408E6E1C60FE}" srcOrd="0" destOrd="0" parTransId="{F80724A4-9576-49D1-ADF8-64EFCD4C274D}" sibTransId="{C4F0EFD9-DF94-43DD-8DAA-2C76B3254246}"/>
    <dgm:cxn modelId="{A5A06AE6-F6C6-4746-8A7D-5BFECC088A2D}" srcId="{A2B5F4C4-97F0-4397-9AEA-72B43280D2DB}" destId="{D117452C-3AC0-4A3C-8C3E-F13DD57E290F}" srcOrd="1" destOrd="0" parTransId="{AB533C3C-ADDE-4C48-9877-5EA9D6E0755B}" sibTransId="{3DC72023-A817-4ABA-AD9C-686186E7C97E}"/>
    <dgm:cxn modelId="{D9E9CEEB-70BA-464E-826A-FEB954F537D1}" type="presOf" srcId="{9A5FC19E-B3E9-4C41-B0D9-541B0AC1D834}" destId="{32AAFD21-0965-459C-95DB-DE8FBDB36820}" srcOrd="0" destOrd="0" presId="urn:microsoft.com/office/officeart/2005/8/layout/hierarchy3"/>
    <dgm:cxn modelId="{485071EC-D890-4F2E-B288-11E5894BD82F}" type="presOf" srcId="{AB533C3C-ADDE-4C48-9877-5EA9D6E0755B}" destId="{57FDD5F3-7A4C-4108-8E8C-F0691467D490}" srcOrd="0" destOrd="0" presId="urn:microsoft.com/office/officeart/2005/8/layout/hierarchy3"/>
    <dgm:cxn modelId="{2B3306F8-D057-4740-A0B5-31A2623FB623}" type="presOf" srcId="{E5374164-C838-4D2F-B71E-DD9AAE89AE54}" destId="{136F6AFF-0184-455B-A190-3D73DD894D12}" srcOrd="0" destOrd="0" presId="urn:microsoft.com/office/officeart/2005/8/layout/hierarchy3"/>
    <dgm:cxn modelId="{F0BCA1BF-7DFD-4502-AB32-0F077E71917D}" type="presParOf" srcId="{136F6AFF-0184-455B-A190-3D73DD894D12}" destId="{4A30ED0D-300C-43B7-9C22-87D9B8C24968}" srcOrd="0" destOrd="0" presId="urn:microsoft.com/office/officeart/2005/8/layout/hierarchy3"/>
    <dgm:cxn modelId="{8998B59E-9F5A-4CA2-AC36-BAFBAE2D85EA}" type="presParOf" srcId="{4A30ED0D-300C-43B7-9C22-87D9B8C24968}" destId="{3B240256-68EE-4E3D-B935-125B2EE93996}" srcOrd="0" destOrd="0" presId="urn:microsoft.com/office/officeart/2005/8/layout/hierarchy3"/>
    <dgm:cxn modelId="{DCC55C89-1FCA-45F8-AAB6-CEF071404B21}" type="presParOf" srcId="{3B240256-68EE-4E3D-B935-125B2EE93996}" destId="{2EABC0AB-F643-4BE2-B53E-2680BA8056C6}" srcOrd="0" destOrd="0" presId="urn:microsoft.com/office/officeart/2005/8/layout/hierarchy3"/>
    <dgm:cxn modelId="{31AD7EE9-4FD0-48C2-AE8B-D3487F30BEBE}" type="presParOf" srcId="{3B240256-68EE-4E3D-B935-125B2EE93996}" destId="{D3EBB430-ED1B-4575-AB71-EA1228C9BE93}" srcOrd="1" destOrd="0" presId="urn:microsoft.com/office/officeart/2005/8/layout/hierarchy3"/>
    <dgm:cxn modelId="{B55D99F2-CB41-44DF-94DE-0E70A991948F}" type="presParOf" srcId="{4A30ED0D-300C-43B7-9C22-87D9B8C24968}" destId="{CD334BFF-6611-4D5E-9665-99E43BD77EFD}" srcOrd="1" destOrd="0" presId="urn:microsoft.com/office/officeart/2005/8/layout/hierarchy3"/>
    <dgm:cxn modelId="{933DF5E8-C343-4E3E-855C-BAF2F63677E4}" type="presParOf" srcId="{CD334BFF-6611-4D5E-9665-99E43BD77EFD}" destId="{A82682C7-0B2C-4483-9729-5FD19D5D75B9}" srcOrd="0" destOrd="0" presId="urn:microsoft.com/office/officeart/2005/8/layout/hierarchy3"/>
    <dgm:cxn modelId="{1750F678-8AAB-4FA8-8E16-3DD39C42B360}" type="presParOf" srcId="{CD334BFF-6611-4D5E-9665-99E43BD77EFD}" destId="{8D7403E3-91B9-48A8-87B5-9B3BDC83F038}" srcOrd="1" destOrd="0" presId="urn:microsoft.com/office/officeart/2005/8/layout/hierarchy3"/>
    <dgm:cxn modelId="{7CCCA5DA-0496-4FD5-8526-EEC1FBE27B5C}" type="presParOf" srcId="{CD334BFF-6611-4D5E-9665-99E43BD77EFD}" destId="{0E35C541-5FB1-4927-822D-00369737A66B}" srcOrd="2" destOrd="0" presId="urn:microsoft.com/office/officeart/2005/8/layout/hierarchy3"/>
    <dgm:cxn modelId="{816CADCB-034D-44B2-95A8-881383090A1B}" type="presParOf" srcId="{CD334BFF-6611-4D5E-9665-99E43BD77EFD}" destId="{5D6C08D1-C6C4-4F9F-87EB-1643CDB5CD23}" srcOrd="3" destOrd="0" presId="urn:microsoft.com/office/officeart/2005/8/layout/hierarchy3"/>
    <dgm:cxn modelId="{C431457A-5D26-403D-ABC0-D87984318D48}" type="presParOf" srcId="{136F6AFF-0184-455B-A190-3D73DD894D12}" destId="{043DC0EC-83D6-4B89-B94C-C7FF08257E43}" srcOrd="1" destOrd="0" presId="urn:microsoft.com/office/officeart/2005/8/layout/hierarchy3"/>
    <dgm:cxn modelId="{C63FB813-0443-4A43-9736-459E16B53843}" type="presParOf" srcId="{043DC0EC-83D6-4B89-B94C-C7FF08257E43}" destId="{9F96DF20-6464-48E5-8133-10AAD94CC4FE}" srcOrd="0" destOrd="0" presId="urn:microsoft.com/office/officeart/2005/8/layout/hierarchy3"/>
    <dgm:cxn modelId="{DEA5591E-1C7E-48CB-95EA-22B0B84D58F0}" type="presParOf" srcId="{9F96DF20-6464-48E5-8133-10AAD94CC4FE}" destId="{9F91AB57-C3EE-4EB4-8564-CD040B3E5265}" srcOrd="0" destOrd="0" presId="urn:microsoft.com/office/officeart/2005/8/layout/hierarchy3"/>
    <dgm:cxn modelId="{3C26BB1D-C062-4A0D-AE2C-B98E981B34CE}" type="presParOf" srcId="{9F96DF20-6464-48E5-8133-10AAD94CC4FE}" destId="{F0CEA0B3-56C5-48A8-B806-335A6FDC8A02}" srcOrd="1" destOrd="0" presId="urn:microsoft.com/office/officeart/2005/8/layout/hierarchy3"/>
    <dgm:cxn modelId="{22D07D0F-579B-49D2-B99C-4476567FBCBC}" type="presParOf" srcId="{043DC0EC-83D6-4B89-B94C-C7FF08257E43}" destId="{F5F4AF20-7237-4242-A580-37006A6B7604}" srcOrd="1" destOrd="0" presId="urn:microsoft.com/office/officeart/2005/8/layout/hierarchy3"/>
    <dgm:cxn modelId="{35EE0FD0-C0C2-4076-871D-7C415680A77E}" type="presParOf" srcId="{F5F4AF20-7237-4242-A580-37006A6B7604}" destId="{32AAFD21-0965-459C-95DB-DE8FBDB36820}" srcOrd="0" destOrd="0" presId="urn:microsoft.com/office/officeart/2005/8/layout/hierarchy3"/>
    <dgm:cxn modelId="{3A2BF87B-F7EA-4BCC-9840-1CB7F4EC2DAA}" type="presParOf" srcId="{F5F4AF20-7237-4242-A580-37006A6B7604}" destId="{52AD8314-C5EB-4921-9E6F-AC31FF0D4790}" srcOrd="1" destOrd="0" presId="urn:microsoft.com/office/officeart/2005/8/layout/hierarchy3"/>
    <dgm:cxn modelId="{3E3F5BEF-75D5-44DC-BEA9-3D3AB50FCD4E}" type="presParOf" srcId="{F5F4AF20-7237-4242-A580-37006A6B7604}" destId="{57FDD5F3-7A4C-4108-8E8C-F0691467D490}" srcOrd="2" destOrd="0" presId="urn:microsoft.com/office/officeart/2005/8/layout/hierarchy3"/>
    <dgm:cxn modelId="{94200253-A346-4A99-8F2A-8294A2D78568}" type="presParOf" srcId="{F5F4AF20-7237-4242-A580-37006A6B7604}" destId="{42B2EF47-27B6-4B95-AF5D-EB882F3AAEFF}" srcOrd="3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1EE4030-9500-48CA-947E-CCC40716D8FA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9DA9185-F6E5-4E23-A2E9-49909BCF82C8}">
      <dgm:prSet phldrT="[Text]"/>
      <dgm:spPr>
        <a:solidFill>
          <a:srgbClr val="73D48B">
            <a:alpha val="67843"/>
          </a:srgbClr>
        </a:solidFill>
        <a:ln>
          <a:solidFill>
            <a:srgbClr val="3BBF5A">
              <a:alpha val="49804"/>
            </a:srgbClr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D535E589-7B0B-4DD6-8E6B-A002A6C79305}" type="sibTrans" cxnId="{6BC14DB0-9B13-4DA8-BF2A-73EEA7DAC248}">
      <dgm:prSet/>
      <dgm:spPr/>
      <dgm:t>
        <a:bodyPr/>
        <a:lstStyle/>
        <a:p>
          <a:endParaRPr lang="en-US"/>
        </a:p>
      </dgm:t>
    </dgm:pt>
    <dgm:pt modelId="{0A66FDB5-E9CE-4609-9F7E-B712AC9633ED}" type="parTrans" cxnId="{6BC14DB0-9B13-4DA8-BF2A-73EEA7DAC248}">
      <dgm:prSet/>
      <dgm:spPr/>
      <dgm:t>
        <a:bodyPr/>
        <a:lstStyle/>
        <a:p>
          <a:endParaRPr lang="en-US"/>
        </a:p>
      </dgm:t>
    </dgm:pt>
    <dgm:pt modelId="{77228DA5-0478-4FE5-8804-12D83B86795E}">
      <dgm:prSet phldrT="[Text]"/>
      <dgm:spPr>
        <a:solidFill>
          <a:srgbClr val="73D48B">
            <a:alpha val="67843"/>
          </a:srgbClr>
        </a:solidFill>
        <a:ln>
          <a:solidFill>
            <a:srgbClr val="3BBF5A">
              <a:alpha val="49804"/>
            </a:srgbClr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DC41A9D6-9076-47BB-90A8-DA2DBEC104EE}" type="sibTrans" cxnId="{D64B51A9-4C54-4020-9F5B-344FFC1510A4}">
      <dgm:prSet/>
      <dgm:spPr/>
      <dgm:t>
        <a:bodyPr/>
        <a:lstStyle/>
        <a:p>
          <a:endParaRPr lang="en-US"/>
        </a:p>
      </dgm:t>
    </dgm:pt>
    <dgm:pt modelId="{2A414AF5-3035-4F4B-BFF7-7635995A744B}" type="parTrans" cxnId="{D64B51A9-4C54-4020-9F5B-344FFC1510A4}">
      <dgm:prSet/>
      <dgm:spPr/>
      <dgm:t>
        <a:bodyPr/>
        <a:lstStyle/>
        <a:p>
          <a:endParaRPr lang="en-US"/>
        </a:p>
      </dgm:t>
    </dgm:pt>
    <dgm:pt modelId="{FA59D08B-50CE-4ECA-B532-95449EF45806}">
      <dgm:prSet phldrT="[Text]"/>
      <dgm:spPr>
        <a:solidFill>
          <a:srgbClr val="73D48B">
            <a:alpha val="67843"/>
          </a:srgbClr>
        </a:solidFill>
        <a:ln>
          <a:solidFill>
            <a:srgbClr val="3BBF5A">
              <a:alpha val="49804"/>
            </a:srgbClr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7082359C-8218-41B7-BCFC-0D2CFBEE9DF3}" type="sibTrans" cxnId="{EE6DA0C0-90D2-4D29-BE6E-73E70AA53C27}">
      <dgm:prSet/>
      <dgm:spPr/>
      <dgm:t>
        <a:bodyPr/>
        <a:lstStyle/>
        <a:p>
          <a:endParaRPr lang="en-US"/>
        </a:p>
      </dgm:t>
    </dgm:pt>
    <dgm:pt modelId="{F8EF2EFD-7D7F-4A17-B46C-27A27AF5DA0E}" type="parTrans" cxnId="{EE6DA0C0-90D2-4D29-BE6E-73E70AA53C27}">
      <dgm:prSet/>
      <dgm:spPr/>
      <dgm:t>
        <a:bodyPr/>
        <a:lstStyle/>
        <a:p>
          <a:endParaRPr lang="en-US"/>
        </a:p>
      </dgm:t>
    </dgm:pt>
    <dgm:pt modelId="{03040D0B-31BF-4D46-AB1D-55B65375FC55}" type="pres">
      <dgm:prSet presAssocID="{31EE4030-9500-48CA-947E-CCC40716D8FA}" presName="CompostProcess" presStyleCnt="0">
        <dgm:presLayoutVars>
          <dgm:dir/>
          <dgm:resizeHandles val="exact"/>
        </dgm:presLayoutVars>
      </dgm:prSet>
      <dgm:spPr/>
    </dgm:pt>
    <dgm:pt modelId="{5756101D-419A-4605-8A31-57F8E2B3A3B9}" type="pres">
      <dgm:prSet presAssocID="{31EE4030-9500-48CA-947E-CCC40716D8FA}" presName="arrow" presStyleLbl="bgShp" presStyleIdx="0" presStyleCnt="1" custScaleX="117647" custLinFactNeighborX="21647" custLinFactNeighborY="-592"/>
      <dgm:spPr>
        <a:solidFill>
          <a:srgbClr val="CDEFD5"/>
        </a:solidFill>
      </dgm:spPr>
    </dgm:pt>
    <dgm:pt modelId="{59700484-A933-4AB9-99EA-D0DD53C8A322}" type="pres">
      <dgm:prSet presAssocID="{31EE4030-9500-48CA-947E-CCC40716D8FA}" presName="linearProcess" presStyleCnt="0"/>
      <dgm:spPr/>
    </dgm:pt>
    <dgm:pt modelId="{054CDBC9-A784-4A8A-BD73-BBEEBB56580D}" type="pres">
      <dgm:prSet presAssocID="{29DA9185-F6E5-4E23-A2E9-49909BCF82C8}" presName="textNode" presStyleLbl="node1" presStyleIdx="0" presStyleCnt="3" custScaleX="122406" custScaleY="213000" custLinFactNeighborX="-16206" custLinFactNeighborY="-1481">
        <dgm:presLayoutVars>
          <dgm:bulletEnabled val="1"/>
        </dgm:presLayoutVars>
      </dgm:prSet>
      <dgm:spPr/>
    </dgm:pt>
    <dgm:pt modelId="{049EAC43-87B0-46D8-AB51-0D1E432ACD27}" type="pres">
      <dgm:prSet presAssocID="{D535E589-7B0B-4DD6-8E6B-A002A6C79305}" presName="sibTrans" presStyleCnt="0"/>
      <dgm:spPr/>
    </dgm:pt>
    <dgm:pt modelId="{530730F2-4556-4A33-BCA2-58FB0621F942}" type="pres">
      <dgm:prSet presAssocID="{77228DA5-0478-4FE5-8804-12D83B86795E}" presName="textNode" presStyleLbl="node1" presStyleIdx="1" presStyleCnt="3" custScaleX="122406" custScaleY="213000" custLinFactNeighborX="-41745" custLinFactNeighborY="-1481">
        <dgm:presLayoutVars>
          <dgm:bulletEnabled val="1"/>
        </dgm:presLayoutVars>
      </dgm:prSet>
      <dgm:spPr/>
    </dgm:pt>
    <dgm:pt modelId="{6091A7A8-40AD-495C-81E0-867D875AA3E7}" type="pres">
      <dgm:prSet presAssocID="{DC41A9D6-9076-47BB-90A8-DA2DBEC104EE}" presName="sibTrans" presStyleCnt="0"/>
      <dgm:spPr/>
    </dgm:pt>
    <dgm:pt modelId="{070F964A-048A-4D33-B13F-5BCA589BEFCD}" type="pres">
      <dgm:prSet presAssocID="{FA59D08B-50CE-4ECA-B532-95449EF45806}" presName="textNode" presStyleLbl="node1" presStyleIdx="2" presStyleCnt="3" custScaleX="122406" custScaleY="213000" custLinFactNeighborX="-64882" custLinFactNeighborY="-1481">
        <dgm:presLayoutVars>
          <dgm:bulletEnabled val="1"/>
        </dgm:presLayoutVars>
      </dgm:prSet>
      <dgm:spPr/>
    </dgm:pt>
  </dgm:ptLst>
  <dgm:cxnLst>
    <dgm:cxn modelId="{98869B19-4C8D-45CB-8831-CDA9F479330C}" type="presOf" srcId="{29DA9185-F6E5-4E23-A2E9-49909BCF82C8}" destId="{054CDBC9-A784-4A8A-BD73-BBEEBB56580D}" srcOrd="0" destOrd="0" presId="urn:microsoft.com/office/officeart/2005/8/layout/hProcess9"/>
    <dgm:cxn modelId="{69616A67-0B5B-4AEE-9BAE-31B1B18B5BFA}" type="presOf" srcId="{77228DA5-0478-4FE5-8804-12D83B86795E}" destId="{530730F2-4556-4A33-BCA2-58FB0621F942}" srcOrd="0" destOrd="0" presId="urn:microsoft.com/office/officeart/2005/8/layout/hProcess9"/>
    <dgm:cxn modelId="{C51E514D-FE64-4BE0-86F2-86DDFEF08A66}" type="presOf" srcId="{FA59D08B-50CE-4ECA-B532-95449EF45806}" destId="{070F964A-048A-4D33-B13F-5BCA589BEFCD}" srcOrd="0" destOrd="0" presId="urn:microsoft.com/office/officeart/2005/8/layout/hProcess9"/>
    <dgm:cxn modelId="{D64B51A9-4C54-4020-9F5B-344FFC1510A4}" srcId="{31EE4030-9500-48CA-947E-CCC40716D8FA}" destId="{77228DA5-0478-4FE5-8804-12D83B86795E}" srcOrd="1" destOrd="0" parTransId="{2A414AF5-3035-4F4B-BFF7-7635995A744B}" sibTransId="{DC41A9D6-9076-47BB-90A8-DA2DBEC104EE}"/>
    <dgm:cxn modelId="{6BC14DB0-9B13-4DA8-BF2A-73EEA7DAC248}" srcId="{31EE4030-9500-48CA-947E-CCC40716D8FA}" destId="{29DA9185-F6E5-4E23-A2E9-49909BCF82C8}" srcOrd="0" destOrd="0" parTransId="{0A66FDB5-E9CE-4609-9F7E-B712AC9633ED}" sibTransId="{D535E589-7B0B-4DD6-8E6B-A002A6C79305}"/>
    <dgm:cxn modelId="{EE6DA0C0-90D2-4D29-BE6E-73E70AA53C27}" srcId="{31EE4030-9500-48CA-947E-CCC40716D8FA}" destId="{FA59D08B-50CE-4ECA-B532-95449EF45806}" srcOrd="2" destOrd="0" parTransId="{F8EF2EFD-7D7F-4A17-B46C-27A27AF5DA0E}" sibTransId="{7082359C-8218-41B7-BCFC-0D2CFBEE9DF3}"/>
    <dgm:cxn modelId="{8C2B2FD7-4D96-4F78-B5FB-AE18E08BF025}" type="presOf" srcId="{31EE4030-9500-48CA-947E-CCC40716D8FA}" destId="{03040D0B-31BF-4D46-AB1D-55B65375FC55}" srcOrd="0" destOrd="0" presId="urn:microsoft.com/office/officeart/2005/8/layout/hProcess9"/>
    <dgm:cxn modelId="{AB1C4350-EC89-4387-9273-3EC5CC719BDC}" type="presParOf" srcId="{03040D0B-31BF-4D46-AB1D-55B65375FC55}" destId="{5756101D-419A-4605-8A31-57F8E2B3A3B9}" srcOrd="0" destOrd="0" presId="urn:microsoft.com/office/officeart/2005/8/layout/hProcess9"/>
    <dgm:cxn modelId="{DDA0B66D-463D-4272-86C7-FEE09F184A4C}" type="presParOf" srcId="{03040D0B-31BF-4D46-AB1D-55B65375FC55}" destId="{59700484-A933-4AB9-99EA-D0DD53C8A322}" srcOrd="1" destOrd="0" presId="urn:microsoft.com/office/officeart/2005/8/layout/hProcess9"/>
    <dgm:cxn modelId="{812B3D34-14BE-4C91-BE00-9A649F79B3C4}" type="presParOf" srcId="{59700484-A933-4AB9-99EA-D0DD53C8A322}" destId="{054CDBC9-A784-4A8A-BD73-BBEEBB56580D}" srcOrd="0" destOrd="0" presId="urn:microsoft.com/office/officeart/2005/8/layout/hProcess9"/>
    <dgm:cxn modelId="{7E78180C-CA2F-4EBB-91DD-A0EA072EB32F}" type="presParOf" srcId="{59700484-A933-4AB9-99EA-D0DD53C8A322}" destId="{049EAC43-87B0-46D8-AB51-0D1E432ACD27}" srcOrd="1" destOrd="0" presId="urn:microsoft.com/office/officeart/2005/8/layout/hProcess9"/>
    <dgm:cxn modelId="{38BD2CF1-FA3B-4B1C-B2CC-2E5FB31BDBFF}" type="presParOf" srcId="{59700484-A933-4AB9-99EA-D0DD53C8A322}" destId="{530730F2-4556-4A33-BCA2-58FB0621F942}" srcOrd="2" destOrd="0" presId="urn:microsoft.com/office/officeart/2005/8/layout/hProcess9"/>
    <dgm:cxn modelId="{96FCC00F-4A88-42D6-8E69-244CD9E0DC1F}" type="presParOf" srcId="{59700484-A933-4AB9-99EA-D0DD53C8A322}" destId="{6091A7A8-40AD-495C-81E0-867D875AA3E7}" srcOrd="3" destOrd="0" presId="urn:microsoft.com/office/officeart/2005/8/layout/hProcess9"/>
    <dgm:cxn modelId="{F709118E-F870-46C7-8518-F33E2E40BA10}" type="presParOf" srcId="{59700484-A933-4AB9-99EA-D0DD53C8A322}" destId="{070F964A-048A-4D33-B13F-5BCA589BEFCD}" srcOrd="4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21ACCDF-7786-457B-B0FC-CDC671217AF1}">
      <dsp:nvSpPr>
        <dsp:cNvPr id="0" name=""/>
        <dsp:cNvSpPr/>
      </dsp:nvSpPr>
      <dsp:spPr>
        <a:xfrm>
          <a:off x="0" y="0"/>
          <a:ext cx="12633233" cy="1778718"/>
        </a:xfrm>
        <a:prstGeom prst="roundRect">
          <a:avLst>
            <a:gd name="adj" fmla="val 10000"/>
          </a:avLst>
        </a:prstGeom>
        <a:solidFill>
          <a:srgbClr val="73D48B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 dirty="0"/>
            <a:t> </a:t>
          </a:r>
        </a:p>
      </dsp:txBody>
      <dsp:txXfrm>
        <a:off x="52097" y="52097"/>
        <a:ext cx="10713857" cy="1674524"/>
      </dsp:txXfrm>
    </dsp:sp>
    <dsp:sp modelId="{B3399945-AAE4-4583-A9FC-3D533EF74C00}">
      <dsp:nvSpPr>
        <dsp:cNvPr id="0" name=""/>
        <dsp:cNvSpPr/>
      </dsp:nvSpPr>
      <dsp:spPr>
        <a:xfrm>
          <a:off x="1114697" y="2075171"/>
          <a:ext cx="12633233" cy="1778718"/>
        </a:xfrm>
        <a:prstGeom prst="roundRect">
          <a:avLst>
            <a:gd name="adj" fmla="val 10000"/>
          </a:avLst>
        </a:prstGeom>
        <a:solidFill>
          <a:srgbClr val="73D48B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 dirty="0"/>
            <a:t> </a:t>
          </a:r>
        </a:p>
      </dsp:txBody>
      <dsp:txXfrm>
        <a:off x="1166794" y="2127268"/>
        <a:ext cx="10258175" cy="1674524"/>
      </dsp:txXfrm>
    </dsp:sp>
    <dsp:sp modelId="{A3B8DD6E-D3A2-42DF-A4BE-35350AF76340}">
      <dsp:nvSpPr>
        <dsp:cNvPr id="0" name=""/>
        <dsp:cNvSpPr/>
      </dsp:nvSpPr>
      <dsp:spPr>
        <a:xfrm>
          <a:off x="2229394" y="4150342"/>
          <a:ext cx="12633233" cy="1778718"/>
        </a:xfrm>
        <a:prstGeom prst="roundRect">
          <a:avLst>
            <a:gd name="adj" fmla="val 10000"/>
          </a:avLst>
        </a:prstGeom>
        <a:solidFill>
          <a:srgbClr val="73D48B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 dirty="0"/>
            <a:t> </a:t>
          </a:r>
        </a:p>
      </dsp:txBody>
      <dsp:txXfrm>
        <a:off x="2281491" y="4202439"/>
        <a:ext cx="10258175" cy="1674524"/>
      </dsp:txXfrm>
    </dsp:sp>
    <dsp:sp modelId="{672A4E3D-77FF-42CC-A4BD-4EDA740E65FE}">
      <dsp:nvSpPr>
        <dsp:cNvPr id="0" name=""/>
        <dsp:cNvSpPr/>
      </dsp:nvSpPr>
      <dsp:spPr>
        <a:xfrm>
          <a:off x="11477066" y="1348861"/>
          <a:ext cx="1156166" cy="1156166"/>
        </a:xfrm>
        <a:prstGeom prst="downArrow">
          <a:avLst>
            <a:gd name="adj1" fmla="val 55000"/>
            <a:gd name="adj2" fmla="val 45000"/>
          </a:avLst>
        </a:prstGeom>
        <a:solidFill>
          <a:srgbClr val="CDEFD5">
            <a:alpha val="85098"/>
          </a:srgb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11737203" y="1348861"/>
        <a:ext cx="635892" cy="870015"/>
      </dsp:txXfrm>
    </dsp:sp>
    <dsp:sp modelId="{C03572BA-2BCF-4BC7-B35F-905D8D587194}">
      <dsp:nvSpPr>
        <dsp:cNvPr id="0" name=""/>
        <dsp:cNvSpPr/>
      </dsp:nvSpPr>
      <dsp:spPr>
        <a:xfrm>
          <a:off x="12591764" y="3412174"/>
          <a:ext cx="1156166" cy="1156166"/>
        </a:xfrm>
        <a:prstGeom prst="downArrow">
          <a:avLst>
            <a:gd name="adj1" fmla="val 55000"/>
            <a:gd name="adj2" fmla="val 45000"/>
          </a:avLst>
        </a:prstGeom>
        <a:solidFill>
          <a:srgbClr val="CDEFD5">
            <a:alpha val="85098"/>
          </a:srgb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12851901" y="3412174"/>
        <a:ext cx="635892" cy="87001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E06D512-98FD-4358-BAAA-03603FB4DB1C}">
      <dsp:nvSpPr>
        <dsp:cNvPr id="0" name=""/>
        <dsp:cNvSpPr/>
      </dsp:nvSpPr>
      <dsp:spPr>
        <a:xfrm rot="5400000">
          <a:off x="-323244" y="324132"/>
          <a:ext cx="2154965" cy="1508475"/>
        </a:xfrm>
        <a:prstGeom prst="chevron">
          <a:avLst/>
        </a:prstGeom>
        <a:solidFill>
          <a:srgbClr val="73D48B"/>
        </a:solidFill>
        <a:ln w="25400" cap="flat" cmpd="sng" algn="ctr">
          <a:solidFill>
            <a:srgbClr val="CDEFD5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 dirty="0"/>
            <a:t> 1</a:t>
          </a:r>
        </a:p>
      </dsp:txBody>
      <dsp:txXfrm rot="-5400000">
        <a:off x="2" y="755125"/>
        <a:ext cx="1508475" cy="646490"/>
      </dsp:txXfrm>
    </dsp:sp>
    <dsp:sp modelId="{F07BA46A-8652-4AB1-A943-83DD9043CBA9}">
      <dsp:nvSpPr>
        <dsp:cNvPr id="0" name=""/>
        <dsp:cNvSpPr/>
      </dsp:nvSpPr>
      <dsp:spPr>
        <a:xfrm rot="5400000">
          <a:off x="7018917" y="-5509553"/>
          <a:ext cx="1400727" cy="12421610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73D48B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62280" tIns="41275" rIns="41275" bIns="41275" numCol="1" spcCol="1270" anchor="ctr" anchorCtr="0">
          <a:noAutofit/>
        </a:bodyPr>
        <a:lstStyle/>
        <a:p>
          <a:pPr marL="285750" lvl="1" indent="-285750" algn="l" defTabSz="28892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6500" kern="1200" dirty="0"/>
            <a:t> </a:t>
          </a:r>
        </a:p>
      </dsp:txBody>
      <dsp:txXfrm rot="-5400000">
        <a:off x="1508476" y="69266"/>
        <a:ext cx="12353232" cy="1263971"/>
      </dsp:txXfrm>
    </dsp:sp>
    <dsp:sp modelId="{DE2464DF-823A-469A-A24C-C815EAFC628C}">
      <dsp:nvSpPr>
        <dsp:cNvPr id="0" name=""/>
        <dsp:cNvSpPr/>
      </dsp:nvSpPr>
      <dsp:spPr>
        <a:xfrm rot="5400000">
          <a:off x="-323244" y="2289465"/>
          <a:ext cx="2154965" cy="1508475"/>
        </a:xfrm>
        <a:prstGeom prst="chevron">
          <a:avLst/>
        </a:prstGeom>
        <a:solidFill>
          <a:srgbClr val="73D48B"/>
        </a:solidFill>
        <a:ln w="25400" cap="flat" cmpd="sng" algn="ctr">
          <a:solidFill>
            <a:srgbClr val="CDEFD5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 dirty="0"/>
            <a:t> 2</a:t>
          </a:r>
        </a:p>
      </dsp:txBody>
      <dsp:txXfrm rot="-5400000">
        <a:off x="2" y="2720458"/>
        <a:ext cx="1508475" cy="646490"/>
      </dsp:txXfrm>
    </dsp:sp>
    <dsp:sp modelId="{AC87CD5A-6F24-4C09-B10F-B5A4C4A043E4}">
      <dsp:nvSpPr>
        <dsp:cNvPr id="0" name=""/>
        <dsp:cNvSpPr/>
      </dsp:nvSpPr>
      <dsp:spPr>
        <a:xfrm rot="5400000">
          <a:off x="7018917" y="-3544221"/>
          <a:ext cx="1400727" cy="12421610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73D48B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62280" tIns="41275" rIns="41275" bIns="41275" numCol="1" spcCol="1270" anchor="ctr" anchorCtr="0">
          <a:noAutofit/>
        </a:bodyPr>
        <a:lstStyle/>
        <a:p>
          <a:pPr marL="285750" lvl="1" indent="-285750" algn="l" defTabSz="28892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6500" kern="1200" dirty="0"/>
            <a:t>    </a:t>
          </a:r>
        </a:p>
      </dsp:txBody>
      <dsp:txXfrm rot="-5400000">
        <a:off x="1508476" y="2034598"/>
        <a:ext cx="12353232" cy="1263971"/>
      </dsp:txXfrm>
    </dsp:sp>
    <dsp:sp modelId="{06B136E1-FFBA-4FBB-B718-C4BAFEBC06BD}">
      <dsp:nvSpPr>
        <dsp:cNvPr id="0" name=""/>
        <dsp:cNvSpPr/>
      </dsp:nvSpPr>
      <dsp:spPr>
        <a:xfrm rot="5400000">
          <a:off x="-323244" y="4254797"/>
          <a:ext cx="2154965" cy="1508475"/>
        </a:xfrm>
        <a:prstGeom prst="chevron">
          <a:avLst/>
        </a:prstGeom>
        <a:solidFill>
          <a:srgbClr val="73D48B"/>
        </a:solidFill>
        <a:ln w="25400" cap="flat" cmpd="sng" algn="ctr">
          <a:solidFill>
            <a:srgbClr val="CDEFD5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 dirty="0"/>
            <a:t> 3</a:t>
          </a:r>
        </a:p>
      </dsp:txBody>
      <dsp:txXfrm rot="-5400000">
        <a:off x="2" y="4685790"/>
        <a:ext cx="1508475" cy="646490"/>
      </dsp:txXfrm>
    </dsp:sp>
    <dsp:sp modelId="{7FFEB09E-6896-4B40-9736-C8A1C406AD7B}">
      <dsp:nvSpPr>
        <dsp:cNvPr id="0" name=""/>
        <dsp:cNvSpPr/>
      </dsp:nvSpPr>
      <dsp:spPr>
        <a:xfrm rot="5400000">
          <a:off x="7018917" y="-1578888"/>
          <a:ext cx="1400727" cy="12421610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73D48B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62280" tIns="41275" rIns="41275" bIns="41275" numCol="1" spcCol="1270" anchor="ctr" anchorCtr="0">
          <a:noAutofit/>
        </a:bodyPr>
        <a:lstStyle/>
        <a:p>
          <a:pPr marL="285750" lvl="1" indent="-285750" algn="l" defTabSz="28892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6500" kern="1200" dirty="0"/>
            <a:t> </a:t>
          </a:r>
        </a:p>
      </dsp:txBody>
      <dsp:txXfrm rot="-5400000">
        <a:off x="1508476" y="3999931"/>
        <a:ext cx="12353232" cy="126397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8F82B2D-B788-4888-988A-D6C143D6ECD9}">
      <dsp:nvSpPr>
        <dsp:cNvPr id="0" name=""/>
        <dsp:cNvSpPr/>
      </dsp:nvSpPr>
      <dsp:spPr>
        <a:xfrm>
          <a:off x="2800561" y="0"/>
          <a:ext cx="8229853" cy="6216465"/>
        </a:xfrm>
        <a:prstGeom prst="triangle">
          <a:avLst/>
        </a:prstGeom>
        <a:solidFill>
          <a:srgbClr val="73D48B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0AD59A-A258-4EE1-9A2A-6D1AE54E82F1}">
      <dsp:nvSpPr>
        <dsp:cNvPr id="0" name=""/>
        <dsp:cNvSpPr/>
      </dsp:nvSpPr>
      <dsp:spPr>
        <a:xfrm>
          <a:off x="5474537" y="881815"/>
          <a:ext cx="10797039" cy="1471553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73D48B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0030" tIns="240030" rIns="240030" bIns="240030" numCol="1" spcCol="1270" anchor="ctr" anchorCtr="0">
          <a:noAutofit/>
        </a:bodyPr>
        <a:lstStyle/>
        <a:p>
          <a:pPr marL="0" lvl="0" indent="0" algn="ctr" defTabSz="2800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300" kern="1200" dirty="0"/>
            <a:t> </a:t>
          </a:r>
        </a:p>
      </dsp:txBody>
      <dsp:txXfrm>
        <a:off x="5546372" y="953650"/>
        <a:ext cx="10653369" cy="1327883"/>
      </dsp:txXfrm>
    </dsp:sp>
    <dsp:sp modelId="{2822244F-2C65-4AA5-954B-8F99E3F68121}">
      <dsp:nvSpPr>
        <dsp:cNvPr id="0" name=""/>
        <dsp:cNvSpPr/>
      </dsp:nvSpPr>
      <dsp:spPr>
        <a:xfrm>
          <a:off x="5474537" y="2537313"/>
          <a:ext cx="10797039" cy="1471553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73D48B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0030" tIns="240030" rIns="240030" bIns="240030" numCol="1" spcCol="1270" anchor="ctr" anchorCtr="0">
          <a:noAutofit/>
        </a:bodyPr>
        <a:lstStyle/>
        <a:p>
          <a:pPr marL="0" lvl="0" indent="0" algn="ctr" defTabSz="2800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300" kern="1200" dirty="0"/>
            <a:t> </a:t>
          </a:r>
        </a:p>
      </dsp:txBody>
      <dsp:txXfrm>
        <a:off x="5546372" y="2609148"/>
        <a:ext cx="10653369" cy="1327883"/>
      </dsp:txXfrm>
    </dsp:sp>
    <dsp:sp modelId="{DB2CC279-AF69-421B-BB4F-9749D1F8B3BF}">
      <dsp:nvSpPr>
        <dsp:cNvPr id="0" name=""/>
        <dsp:cNvSpPr/>
      </dsp:nvSpPr>
      <dsp:spPr>
        <a:xfrm>
          <a:off x="5474537" y="4192811"/>
          <a:ext cx="10797039" cy="1471553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73D48B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0030" tIns="240030" rIns="240030" bIns="240030" numCol="1" spcCol="1270" anchor="ctr" anchorCtr="0">
          <a:noAutofit/>
        </a:bodyPr>
        <a:lstStyle/>
        <a:p>
          <a:pPr marL="0" lvl="0" indent="0" algn="ctr" defTabSz="2800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300" kern="1200" dirty="0"/>
            <a:t> </a:t>
          </a:r>
        </a:p>
      </dsp:txBody>
      <dsp:txXfrm>
        <a:off x="5546372" y="4264646"/>
        <a:ext cx="10653369" cy="132788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EABC0AB-F643-4BE2-B53E-2680BA8056C6}">
      <dsp:nvSpPr>
        <dsp:cNvPr id="0" name=""/>
        <dsp:cNvSpPr/>
      </dsp:nvSpPr>
      <dsp:spPr>
        <a:xfrm>
          <a:off x="0" y="177427"/>
          <a:ext cx="5387336" cy="1647584"/>
        </a:xfrm>
        <a:prstGeom prst="roundRect">
          <a:avLst>
            <a:gd name="adj" fmla="val 10000"/>
          </a:avLst>
        </a:prstGeom>
        <a:solidFill>
          <a:srgbClr val="73D48B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3825" tIns="82550" rIns="123825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 dirty="0"/>
            <a:t> </a:t>
          </a:r>
        </a:p>
      </dsp:txBody>
      <dsp:txXfrm>
        <a:off x="48256" y="225683"/>
        <a:ext cx="5290824" cy="1551072"/>
      </dsp:txXfrm>
    </dsp:sp>
    <dsp:sp modelId="{A82682C7-0B2C-4483-9729-5FD19D5D75B9}">
      <dsp:nvSpPr>
        <dsp:cNvPr id="0" name=""/>
        <dsp:cNvSpPr/>
      </dsp:nvSpPr>
      <dsp:spPr>
        <a:xfrm>
          <a:off x="538733" y="1825011"/>
          <a:ext cx="104006" cy="123568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35688"/>
              </a:lnTo>
              <a:lnTo>
                <a:pt x="104006" y="1235688"/>
              </a:lnTo>
            </a:path>
          </a:pathLst>
        </a:custGeom>
        <a:noFill/>
        <a:ln w="25400" cap="flat" cmpd="sng" algn="ctr">
          <a:solidFill>
            <a:srgbClr val="73D48B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D7403E3-91B9-48A8-87B5-9B3BDC83F038}">
      <dsp:nvSpPr>
        <dsp:cNvPr id="0" name=""/>
        <dsp:cNvSpPr/>
      </dsp:nvSpPr>
      <dsp:spPr>
        <a:xfrm>
          <a:off x="642740" y="2236907"/>
          <a:ext cx="5408979" cy="164758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73D48B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825" tIns="82550" rIns="123825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 dirty="0"/>
            <a:t> </a:t>
          </a:r>
        </a:p>
      </dsp:txBody>
      <dsp:txXfrm>
        <a:off x="690996" y="2285163"/>
        <a:ext cx="5312467" cy="1551072"/>
      </dsp:txXfrm>
    </dsp:sp>
    <dsp:sp modelId="{0E35C541-5FB1-4927-822D-00369737A66B}">
      <dsp:nvSpPr>
        <dsp:cNvPr id="0" name=""/>
        <dsp:cNvSpPr/>
      </dsp:nvSpPr>
      <dsp:spPr>
        <a:xfrm>
          <a:off x="538733" y="1825011"/>
          <a:ext cx="112495" cy="325707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257076"/>
              </a:lnTo>
              <a:lnTo>
                <a:pt x="112495" y="3257076"/>
              </a:lnTo>
            </a:path>
          </a:pathLst>
        </a:custGeom>
        <a:noFill/>
        <a:ln w="25400" cap="flat" cmpd="sng" algn="ctr">
          <a:solidFill>
            <a:srgbClr val="73D48B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D6C08D1-C6C4-4F9F-87EB-1643CDB5CD23}">
      <dsp:nvSpPr>
        <dsp:cNvPr id="0" name=""/>
        <dsp:cNvSpPr/>
      </dsp:nvSpPr>
      <dsp:spPr>
        <a:xfrm>
          <a:off x="651228" y="4258295"/>
          <a:ext cx="5408979" cy="164758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73D48B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825" tIns="82550" rIns="123825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 dirty="0"/>
            <a:t> </a:t>
          </a:r>
        </a:p>
      </dsp:txBody>
      <dsp:txXfrm>
        <a:off x="699484" y="4306551"/>
        <a:ext cx="5312467" cy="1551072"/>
      </dsp:txXfrm>
    </dsp:sp>
    <dsp:sp modelId="{9F91AB57-C3EE-4EB4-8564-CD040B3E5265}">
      <dsp:nvSpPr>
        <dsp:cNvPr id="0" name=""/>
        <dsp:cNvSpPr/>
      </dsp:nvSpPr>
      <dsp:spPr>
        <a:xfrm>
          <a:off x="6518744" y="187000"/>
          <a:ext cx="5387336" cy="1647584"/>
        </a:xfrm>
        <a:prstGeom prst="roundRect">
          <a:avLst>
            <a:gd name="adj" fmla="val 10000"/>
          </a:avLst>
        </a:prstGeom>
        <a:solidFill>
          <a:srgbClr val="73D48B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3825" tIns="82550" rIns="123825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 dirty="0"/>
            <a:t> </a:t>
          </a:r>
        </a:p>
      </dsp:txBody>
      <dsp:txXfrm>
        <a:off x="6567000" y="235256"/>
        <a:ext cx="5290824" cy="1551072"/>
      </dsp:txXfrm>
    </dsp:sp>
    <dsp:sp modelId="{32AAFD21-0965-459C-95DB-DE8FBDB36820}">
      <dsp:nvSpPr>
        <dsp:cNvPr id="0" name=""/>
        <dsp:cNvSpPr/>
      </dsp:nvSpPr>
      <dsp:spPr>
        <a:xfrm>
          <a:off x="7057477" y="1834584"/>
          <a:ext cx="266570" cy="119126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91269"/>
              </a:lnTo>
              <a:lnTo>
                <a:pt x="266570" y="1191269"/>
              </a:lnTo>
            </a:path>
          </a:pathLst>
        </a:custGeom>
        <a:noFill/>
        <a:ln w="25400" cap="flat" cmpd="sng" algn="ctr">
          <a:solidFill>
            <a:srgbClr val="73D48B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2AD8314-C5EB-4921-9E6F-AC31FF0D4790}">
      <dsp:nvSpPr>
        <dsp:cNvPr id="0" name=""/>
        <dsp:cNvSpPr/>
      </dsp:nvSpPr>
      <dsp:spPr>
        <a:xfrm>
          <a:off x="7324048" y="2202061"/>
          <a:ext cx="5408979" cy="164758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73D48B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825" tIns="82550" rIns="123825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 dirty="0"/>
            <a:t> </a:t>
          </a:r>
        </a:p>
      </dsp:txBody>
      <dsp:txXfrm>
        <a:off x="7372304" y="2250317"/>
        <a:ext cx="5312467" cy="1551072"/>
      </dsp:txXfrm>
    </dsp:sp>
    <dsp:sp modelId="{57FDD5F3-7A4C-4108-8E8C-F0691467D490}">
      <dsp:nvSpPr>
        <dsp:cNvPr id="0" name=""/>
        <dsp:cNvSpPr/>
      </dsp:nvSpPr>
      <dsp:spPr>
        <a:xfrm>
          <a:off x="7057477" y="1834584"/>
          <a:ext cx="266570" cy="325074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250749"/>
              </a:lnTo>
              <a:lnTo>
                <a:pt x="266570" y="3250749"/>
              </a:lnTo>
            </a:path>
          </a:pathLst>
        </a:custGeom>
        <a:noFill/>
        <a:ln w="25400" cap="flat" cmpd="sng" algn="ctr">
          <a:solidFill>
            <a:srgbClr val="73D48B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2B2EF47-27B6-4B95-AF5D-EB882F3AAEFF}">
      <dsp:nvSpPr>
        <dsp:cNvPr id="0" name=""/>
        <dsp:cNvSpPr/>
      </dsp:nvSpPr>
      <dsp:spPr>
        <a:xfrm>
          <a:off x="7324048" y="4261541"/>
          <a:ext cx="5408979" cy="164758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73D48B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825" tIns="82550" rIns="123825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 dirty="0"/>
            <a:t> </a:t>
          </a:r>
        </a:p>
      </dsp:txBody>
      <dsp:txXfrm>
        <a:off x="7372304" y="4309797"/>
        <a:ext cx="5312467" cy="155107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756101D-419A-4605-8A31-57F8E2B3A3B9}">
      <dsp:nvSpPr>
        <dsp:cNvPr id="0" name=""/>
        <dsp:cNvSpPr/>
      </dsp:nvSpPr>
      <dsp:spPr>
        <a:xfrm>
          <a:off x="7" y="0"/>
          <a:ext cx="15032588" cy="5024024"/>
        </a:xfrm>
        <a:prstGeom prst="rightArrow">
          <a:avLst/>
        </a:prstGeom>
        <a:solidFill>
          <a:srgbClr val="CDEFD5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54CDBC9-A784-4A8A-BD73-BBEEBB56580D}">
      <dsp:nvSpPr>
        <dsp:cNvPr id="0" name=""/>
        <dsp:cNvSpPr/>
      </dsp:nvSpPr>
      <dsp:spPr>
        <a:xfrm>
          <a:off x="0" y="342015"/>
          <a:ext cx="4593012" cy="4280468"/>
        </a:xfrm>
        <a:prstGeom prst="roundRect">
          <a:avLst/>
        </a:prstGeom>
        <a:solidFill>
          <a:srgbClr val="73D48B">
            <a:alpha val="67843"/>
          </a:srgbClr>
        </a:solidFill>
        <a:ln w="25400" cap="flat" cmpd="sng" algn="ctr">
          <a:solidFill>
            <a:srgbClr val="3BBF5A">
              <a:alpha val="49804"/>
            </a:srgb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 dirty="0"/>
            <a:t> </a:t>
          </a:r>
        </a:p>
      </dsp:txBody>
      <dsp:txXfrm>
        <a:off x="208955" y="550970"/>
        <a:ext cx="4175102" cy="3862558"/>
      </dsp:txXfrm>
    </dsp:sp>
    <dsp:sp modelId="{530730F2-4556-4A33-BCA2-58FB0621F942}">
      <dsp:nvSpPr>
        <dsp:cNvPr id="0" name=""/>
        <dsp:cNvSpPr/>
      </dsp:nvSpPr>
      <dsp:spPr>
        <a:xfrm>
          <a:off x="4958727" y="342015"/>
          <a:ext cx="4593012" cy="4280468"/>
        </a:xfrm>
        <a:prstGeom prst="roundRect">
          <a:avLst/>
        </a:prstGeom>
        <a:solidFill>
          <a:srgbClr val="73D48B">
            <a:alpha val="67843"/>
          </a:srgbClr>
        </a:solidFill>
        <a:ln w="25400" cap="flat" cmpd="sng" algn="ctr">
          <a:solidFill>
            <a:srgbClr val="3BBF5A">
              <a:alpha val="49804"/>
            </a:srgb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 dirty="0"/>
            <a:t> </a:t>
          </a:r>
        </a:p>
      </dsp:txBody>
      <dsp:txXfrm>
        <a:off x="5167682" y="550970"/>
        <a:ext cx="4175102" cy="3862558"/>
      </dsp:txXfrm>
    </dsp:sp>
    <dsp:sp modelId="{070F964A-048A-4D33-B13F-5BCA589BEFCD}">
      <dsp:nvSpPr>
        <dsp:cNvPr id="0" name=""/>
        <dsp:cNvSpPr/>
      </dsp:nvSpPr>
      <dsp:spPr>
        <a:xfrm>
          <a:off x="10032424" y="342015"/>
          <a:ext cx="4593012" cy="4280468"/>
        </a:xfrm>
        <a:prstGeom prst="roundRect">
          <a:avLst/>
        </a:prstGeom>
        <a:solidFill>
          <a:srgbClr val="73D48B">
            <a:alpha val="67843"/>
          </a:srgbClr>
        </a:solidFill>
        <a:ln w="25400" cap="flat" cmpd="sng" algn="ctr">
          <a:solidFill>
            <a:srgbClr val="3BBF5A">
              <a:alpha val="49804"/>
            </a:srgb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 dirty="0"/>
            <a:t> </a:t>
          </a:r>
        </a:p>
      </dsp:txBody>
      <dsp:txXfrm>
        <a:off x="10241379" y="550970"/>
        <a:ext cx="4175102" cy="386255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yramid2">
  <dgm:title val=""/>
  <dgm:desc val=""/>
  <dgm:catLst>
    <dgm:cat type="pyramid" pri="3000"/>
    <dgm:cat type="list" pri="21000"/>
    <dgm:cat type="convert" pri="1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compositeShape">
    <dgm:alg type="composite"/>
    <dgm:shape xmlns:r="http://schemas.openxmlformats.org/officeDocument/2006/relationships" r:blip="">
      <dgm:adjLst/>
    </dgm:shape>
    <dgm:presOf/>
    <dgm:varLst>
      <dgm:dir/>
      <dgm:resizeHandles/>
    </dgm:varLst>
    <dgm:choose name="Name0">
      <dgm:if name="Name1" func="var" arg="dir" op="equ" val="norm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l" for="ch" forName="theList" refType="w" refFor="ch" refForName="pyramid" fact="0.5"/>
          <dgm:constr type="h" for="des" forName="aSpace" refType="h" fact="0.1"/>
        </dgm:constrLst>
      </dgm:if>
      <dgm:else name="Name2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r" for="ch" forName="theList" refType="w" refFor="ch" refForName="pyramid" fact="0.5"/>
          <dgm:constr type="h" for="des" forName="aSpace" refType="h" fact="0.1"/>
        </dgm:constrLst>
      </dgm:else>
    </dgm:choose>
    <dgm:ruleLst/>
    <dgm:choose name="Name3">
      <dgm:if name="Name4" axis="ch" ptType="node" func="cnt" op="gte" val="1">
        <dgm:layoutNode name="pyramid" styleLbl="node1">
          <dgm:alg type="sp"/>
          <dgm:shape xmlns:r="http://schemas.openxmlformats.org/officeDocument/2006/relationships" type="triangle" r:blip="">
            <dgm:adjLst/>
          </dgm:shape>
          <dgm:presOf/>
          <dgm:constrLst/>
          <dgm:ruleLst/>
        </dgm:layoutNode>
        <dgm:layoutNode name="theLis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aNode" refType="w"/>
            <dgm:constr type="h" for="ch" forName="aNode" refType="h"/>
            <dgm:constr type="primFontSz" for="ch" ptType="node" op="equ"/>
          </dgm:constrLst>
          <dgm:ruleLst/>
          <dgm:forEach name="aNodeForEach" axis="ch" ptType="node">
            <dgm:layoutNode name="aNode" styleLbl="fgAcc1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layoutNode name="a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layoutNode>
      </dgm:if>
      <dgm:else name="Name5"/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lidescarnival.com/" TargetMode="External"/><Relationship Id="rId3" Type="http://schemas.openxmlformats.org/officeDocument/2006/relationships/image" Target="../media/image19.jpg"/><Relationship Id="rId7" Type="http://schemas.openxmlformats.org/officeDocument/2006/relationships/image" Target="../media/image22.png"/><Relationship Id="rId2" Type="http://schemas.openxmlformats.org/officeDocument/2006/relationships/image" Target="../media/image18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 preserve="1">
  <p:cSld name="1_Custom Layout 1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3"/>
          <p:cNvPicPr preferRelativeResize="0"/>
          <p:nvPr/>
        </p:nvPicPr>
        <p:blipFill rotWithShape="1">
          <a:blip r:embed="rId2">
            <a:alphaModFix/>
          </a:blip>
          <a:srcRect b="-12271"/>
          <a:stretch/>
        </p:blipFill>
        <p:spPr>
          <a:xfrm flipH="1">
            <a:off x="16652923" y="4838154"/>
            <a:ext cx="960625" cy="61174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3"/>
          <p:cNvPicPr preferRelativeResize="0"/>
          <p:nvPr/>
        </p:nvPicPr>
        <p:blipFill rotWithShape="1">
          <a:blip r:embed="rId3">
            <a:alphaModFix/>
          </a:blip>
          <a:srcRect l="36089"/>
          <a:stretch/>
        </p:blipFill>
        <p:spPr>
          <a:xfrm>
            <a:off x="2" y="3813675"/>
            <a:ext cx="1328875" cy="2485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2;p3"/>
          <p:cNvPicPr preferRelativeResize="0"/>
          <p:nvPr/>
        </p:nvPicPr>
        <p:blipFill rotWithShape="1">
          <a:blip r:embed="rId4">
            <a:alphaModFix/>
          </a:blip>
          <a:srcRect b="36744"/>
          <a:stretch/>
        </p:blipFill>
        <p:spPr>
          <a:xfrm>
            <a:off x="2544450" y="814776"/>
            <a:ext cx="13541727" cy="9472225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"/>
          <p:cNvSpPr/>
          <p:nvPr/>
        </p:nvSpPr>
        <p:spPr>
          <a:xfrm>
            <a:off x="588151" y="814766"/>
            <a:ext cx="1433306" cy="2671970"/>
          </a:xfrm>
          <a:custGeom>
            <a:avLst/>
            <a:gdLst/>
            <a:ahLst/>
            <a:cxnLst/>
            <a:rect l="l" t="t" r="r" b="b"/>
            <a:pathLst>
              <a:path w="1433306" h="2671970" extrusionOk="0">
                <a:moveTo>
                  <a:pt x="0" y="0"/>
                </a:moveTo>
                <a:lnTo>
                  <a:pt x="1433306" y="0"/>
                </a:lnTo>
                <a:lnTo>
                  <a:pt x="1433306" y="2671970"/>
                </a:lnTo>
                <a:lnTo>
                  <a:pt x="0" y="2671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l="-230928" b="-53997"/>
            </a:stretch>
          </a:blipFill>
          <a:ln>
            <a:noFill/>
          </a:ln>
        </p:spPr>
      </p:sp>
      <p:grpSp>
        <p:nvGrpSpPr>
          <p:cNvPr id="14" name="Google Shape;14;p3"/>
          <p:cNvGrpSpPr/>
          <p:nvPr/>
        </p:nvGrpSpPr>
        <p:grpSpPr>
          <a:xfrm>
            <a:off x="3974710" y="2709188"/>
            <a:ext cx="10338647" cy="1078699"/>
            <a:chOff x="0" y="-95250"/>
            <a:chExt cx="2722918" cy="284100"/>
          </a:xfrm>
        </p:grpSpPr>
        <p:sp>
          <p:nvSpPr>
            <p:cNvPr id="15" name="Google Shape;15;p3"/>
            <p:cNvSpPr/>
            <p:nvPr/>
          </p:nvSpPr>
          <p:spPr>
            <a:xfrm>
              <a:off x="0" y="0"/>
              <a:ext cx="2722918" cy="188816"/>
            </a:xfrm>
            <a:custGeom>
              <a:avLst/>
              <a:gdLst/>
              <a:ahLst/>
              <a:cxnLst/>
              <a:rect l="l" t="t" r="r" b="b"/>
              <a:pathLst>
                <a:path w="2722918" h="188816" extrusionOk="0">
                  <a:moveTo>
                    <a:pt x="0" y="0"/>
                  </a:moveTo>
                  <a:lnTo>
                    <a:pt x="2722918" y="0"/>
                  </a:lnTo>
                  <a:lnTo>
                    <a:pt x="2722918" y="188816"/>
                  </a:lnTo>
                  <a:lnTo>
                    <a:pt x="0" y="188816"/>
                  </a:lnTo>
                  <a:close/>
                </a:path>
              </a:pathLst>
            </a:custGeom>
            <a:solidFill>
              <a:srgbClr val="4E9D62"/>
            </a:solidFill>
            <a:ln>
              <a:noFill/>
            </a:ln>
          </p:spPr>
        </p:sp>
        <p:sp>
          <p:nvSpPr>
            <p:cNvPr id="16" name="Google Shape;16;p3"/>
            <p:cNvSpPr txBox="1"/>
            <p:nvPr/>
          </p:nvSpPr>
          <p:spPr>
            <a:xfrm>
              <a:off x="0" y="-95250"/>
              <a:ext cx="2722800" cy="28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200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" name="Google Shape;17;p3"/>
          <p:cNvSpPr txBox="1">
            <a:spLocks noGrp="1"/>
          </p:cNvSpPr>
          <p:nvPr>
            <p:ph type="title" hasCustomPrompt="1"/>
          </p:nvPr>
        </p:nvSpPr>
        <p:spPr>
          <a:xfrm>
            <a:off x="3660613" y="4937725"/>
            <a:ext cx="11309400" cy="41859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750"/>
              <a:buNone/>
              <a:defRPr sz="7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Topic, 120, str</a:t>
            </a:r>
            <a:endParaRPr dirty="0"/>
          </a:p>
        </p:txBody>
      </p:sp>
      <p:sp>
        <p:nvSpPr>
          <p:cNvPr id="18" name="Google Shape;18;p3"/>
          <p:cNvSpPr txBox="1">
            <a:spLocks noGrp="1"/>
          </p:cNvSpPr>
          <p:nvPr>
            <p:ph type="subTitle" idx="1" hasCustomPrompt="1"/>
          </p:nvPr>
        </p:nvSpPr>
        <p:spPr>
          <a:xfrm>
            <a:off x="4648650" y="3000875"/>
            <a:ext cx="8990700" cy="8829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>
            <a:lvl1pPr lvl="0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950"/>
              <a:buNone/>
              <a:defRPr sz="2800" b="1">
                <a:solidFill>
                  <a:schemeClr val="lt1"/>
                </a:solidFill>
              </a:defRPr>
            </a:lvl1pPr>
            <a:lvl2pPr lvl="1">
              <a:spcBef>
                <a:spcPts val="560"/>
              </a:spcBef>
              <a:spcAft>
                <a:spcPts val="0"/>
              </a:spcAft>
              <a:buSzPts val="2200"/>
              <a:buNone/>
              <a:defRPr/>
            </a:lvl2pPr>
            <a:lvl3pPr lvl="2">
              <a:spcBef>
                <a:spcPts val="480"/>
              </a:spcBef>
              <a:spcAft>
                <a:spcPts val="0"/>
              </a:spcAft>
              <a:buSzPts val="2200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2200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2200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2200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22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2200"/>
              <a:buNone/>
              <a:defRPr/>
            </a:lvl8pPr>
            <a:lvl9pPr lvl="8">
              <a:spcBef>
                <a:spcPts val="40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r>
              <a:rPr lang="en-US" dirty="0"/>
              <a:t>Author, 60, str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528672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4" preserve="1" userDrawn="1">
  <p:cSld name="1_Custom Layout 4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6"/>
          <p:cNvSpPr txBox="1">
            <a:spLocks noGrp="1"/>
          </p:cNvSpPr>
          <p:nvPr>
            <p:ph type="title" hasCustomPrompt="1"/>
          </p:nvPr>
        </p:nvSpPr>
        <p:spPr>
          <a:xfrm>
            <a:off x="10758925" y="2407024"/>
            <a:ext cx="6891154" cy="550507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Plan, 70, str</a:t>
            </a:r>
            <a:endParaRPr dirty="0"/>
          </a:p>
        </p:txBody>
      </p:sp>
      <p:grpSp>
        <p:nvGrpSpPr>
          <p:cNvPr id="57" name="Google Shape;57;p6"/>
          <p:cNvGrpSpPr/>
          <p:nvPr/>
        </p:nvGrpSpPr>
        <p:grpSpPr>
          <a:xfrm rot="5400000">
            <a:off x="8453697" y="2287372"/>
            <a:ext cx="3697210" cy="707296"/>
            <a:chOff x="0" y="-95250"/>
            <a:chExt cx="4008250" cy="766800"/>
          </a:xfrm>
        </p:grpSpPr>
        <p:sp>
          <p:nvSpPr>
            <p:cNvPr id="58" name="Google Shape;58;p6"/>
            <p:cNvSpPr/>
            <p:nvPr/>
          </p:nvSpPr>
          <p:spPr>
            <a:xfrm>
              <a:off x="0" y="0"/>
              <a:ext cx="4008250" cy="671467"/>
            </a:xfrm>
            <a:custGeom>
              <a:avLst/>
              <a:gdLst/>
              <a:ahLst/>
              <a:cxnLst/>
              <a:rect l="l" t="t" r="r" b="b"/>
              <a:pathLst>
                <a:path w="4008250" h="671467" extrusionOk="0">
                  <a:moveTo>
                    <a:pt x="203200" y="0"/>
                  </a:moveTo>
                  <a:lnTo>
                    <a:pt x="3805050" y="0"/>
                  </a:lnTo>
                  <a:lnTo>
                    <a:pt x="4008250" y="671467"/>
                  </a:lnTo>
                  <a:lnTo>
                    <a:pt x="0" y="671467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73D48B"/>
            </a:solidFill>
            <a:ln>
              <a:noFill/>
            </a:ln>
          </p:spPr>
        </p:sp>
        <p:sp>
          <p:nvSpPr>
            <p:cNvPr id="59" name="Google Shape;59;p6"/>
            <p:cNvSpPr txBox="1"/>
            <p:nvPr/>
          </p:nvSpPr>
          <p:spPr>
            <a:xfrm>
              <a:off x="127000" y="-95250"/>
              <a:ext cx="3754200" cy="766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200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0" name="Google Shape;60;p6"/>
          <p:cNvSpPr/>
          <p:nvPr/>
        </p:nvSpPr>
        <p:spPr>
          <a:xfrm>
            <a:off x="660075" y="804724"/>
            <a:ext cx="9290170" cy="9483588"/>
          </a:xfrm>
          <a:custGeom>
            <a:avLst/>
            <a:gdLst/>
            <a:ahLst/>
            <a:cxnLst/>
            <a:rect l="l" t="t" r="r" b="b"/>
            <a:pathLst>
              <a:path w="2446391" h="2729090" extrusionOk="0">
                <a:moveTo>
                  <a:pt x="0" y="0"/>
                </a:moveTo>
                <a:lnTo>
                  <a:pt x="2446391" y="0"/>
                </a:lnTo>
                <a:lnTo>
                  <a:pt x="2446391" y="2729090"/>
                </a:lnTo>
                <a:lnTo>
                  <a:pt x="0" y="272909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65" name="Google Shape;65;p6"/>
          <p:cNvSpPr txBox="1">
            <a:spLocks noGrp="1"/>
          </p:cNvSpPr>
          <p:nvPr>
            <p:ph type="subTitle" idx="5" hasCustomPrompt="1"/>
          </p:nvPr>
        </p:nvSpPr>
        <p:spPr>
          <a:xfrm>
            <a:off x="2965750" y="2978705"/>
            <a:ext cx="7251900" cy="1453336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>
            <a:lvl1pPr marL="88900" lvl="0" indent="0" algn="l" rtl="0">
              <a:spcBef>
                <a:spcPts val="640"/>
              </a:spcBef>
              <a:spcAft>
                <a:spcPts val="0"/>
              </a:spcAft>
              <a:buSzPts val="2550"/>
              <a:buFont typeface="Arial" panose="020B0604020202020204" pitchFamily="34" charset="0"/>
              <a:buNone/>
              <a:defRPr sz="2550"/>
            </a:lvl1pPr>
            <a:lvl2pPr lvl="1" rtl="0">
              <a:spcBef>
                <a:spcPts val="560"/>
              </a:spcBef>
              <a:spcAft>
                <a:spcPts val="0"/>
              </a:spcAft>
              <a:buSzPts val="2200"/>
              <a:buNone/>
              <a:defRPr/>
            </a:lvl2pPr>
            <a:lvl3pPr lvl="2" rtl="0">
              <a:spcBef>
                <a:spcPts val="480"/>
              </a:spcBef>
              <a:spcAft>
                <a:spcPts val="0"/>
              </a:spcAft>
              <a:buSzPts val="2200"/>
              <a:buNone/>
              <a:defRPr/>
            </a:lvl3pPr>
            <a:lvl4pPr lvl="3" rtl="0">
              <a:spcBef>
                <a:spcPts val="400"/>
              </a:spcBef>
              <a:spcAft>
                <a:spcPts val="0"/>
              </a:spcAft>
              <a:buSzPts val="2200"/>
              <a:buNone/>
              <a:defRPr/>
            </a:lvl4pPr>
            <a:lvl5pPr lvl="4" rtl="0">
              <a:spcBef>
                <a:spcPts val="400"/>
              </a:spcBef>
              <a:spcAft>
                <a:spcPts val="0"/>
              </a:spcAft>
              <a:buSzPts val="2200"/>
              <a:buNone/>
              <a:defRPr/>
            </a:lvl5pPr>
            <a:lvl6pPr lvl="5" rtl="0">
              <a:spcBef>
                <a:spcPts val="400"/>
              </a:spcBef>
              <a:spcAft>
                <a:spcPts val="0"/>
              </a:spcAft>
              <a:buSzPts val="2200"/>
              <a:buNone/>
              <a:defRPr/>
            </a:lvl6pPr>
            <a:lvl7pPr lvl="6" rtl="0">
              <a:spcBef>
                <a:spcPts val="400"/>
              </a:spcBef>
              <a:spcAft>
                <a:spcPts val="0"/>
              </a:spcAft>
              <a:buSzPts val="22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2200"/>
              <a:buNone/>
              <a:defRPr/>
            </a:lvl8pPr>
            <a:lvl9pPr lvl="8" rtl="0">
              <a:spcBef>
                <a:spcPts val="40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r>
              <a:rPr lang="en-US" dirty="0"/>
              <a:t>Plan1, 150, str</a:t>
            </a:r>
            <a:endParaRPr dirty="0"/>
          </a:p>
        </p:txBody>
      </p:sp>
      <p:sp>
        <p:nvSpPr>
          <p:cNvPr id="67" name="Google Shape;67;p6"/>
          <p:cNvSpPr txBox="1">
            <a:spLocks noGrp="1"/>
          </p:cNvSpPr>
          <p:nvPr>
            <p:ph type="subTitle" idx="7" hasCustomPrompt="1"/>
          </p:nvPr>
        </p:nvSpPr>
        <p:spPr>
          <a:xfrm>
            <a:off x="2965750" y="4905159"/>
            <a:ext cx="7251900" cy="1453336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>
            <a:lvl1pPr marL="88900" lvl="0" indent="0" algn="l" rtl="0">
              <a:spcBef>
                <a:spcPts val="640"/>
              </a:spcBef>
              <a:spcAft>
                <a:spcPts val="0"/>
              </a:spcAft>
              <a:buSzPts val="2550"/>
              <a:buFont typeface="Arial" panose="020B0604020202020204" pitchFamily="34" charset="0"/>
              <a:buNone/>
              <a:defRPr sz="2550"/>
            </a:lvl1pPr>
            <a:lvl2pPr lvl="1" rtl="0">
              <a:spcBef>
                <a:spcPts val="560"/>
              </a:spcBef>
              <a:spcAft>
                <a:spcPts val="0"/>
              </a:spcAft>
              <a:buSzPts val="2200"/>
              <a:buNone/>
              <a:defRPr/>
            </a:lvl2pPr>
            <a:lvl3pPr lvl="2" rtl="0">
              <a:spcBef>
                <a:spcPts val="480"/>
              </a:spcBef>
              <a:spcAft>
                <a:spcPts val="0"/>
              </a:spcAft>
              <a:buSzPts val="2200"/>
              <a:buNone/>
              <a:defRPr/>
            </a:lvl3pPr>
            <a:lvl4pPr lvl="3" rtl="0">
              <a:spcBef>
                <a:spcPts val="400"/>
              </a:spcBef>
              <a:spcAft>
                <a:spcPts val="0"/>
              </a:spcAft>
              <a:buSzPts val="2200"/>
              <a:buNone/>
              <a:defRPr/>
            </a:lvl4pPr>
            <a:lvl5pPr lvl="4" rtl="0">
              <a:spcBef>
                <a:spcPts val="400"/>
              </a:spcBef>
              <a:spcAft>
                <a:spcPts val="0"/>
              </a:spcAft>
              <a:buSzPts val="2200"/>
              <a:buNone/>
              <a:defRPr/>
            </a:lvl5pPr>
            <a:lvl6pPr lvl="5" rtl="0">
              <a:spcBef>
                <a:spcPts val="400"/>
              </a:spcBef>
              <a:spcAft>
                <a:spcPts val="0"/>
              </a:spcAft>
              <a:buSzPts val="2200"/>
              <a:buNone/>
              <a:defRPr/>
            </a:lvl6pPr>
            <a:lvl7pPr lvl="6" rtl="0">
              <a:spcBef>
                <a:spcPts val="400"/>
              </a:spcBef>
              <a:spcAft>
                <a:spcPts val="0"/>
              </a:spcAft>
              <a:buSzPts val="22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2200"/>
              <a:buNone/>
              <a:defRPr/>
            </a:lvl8pPr>
            <a:lvl9pPr lvl="8" rtl="0">
              <a:spcBef>
                <a:spcPts val="40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pPr marL="5461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550"/>
              <a:tabLst/>
              <a:defRPr/>
            </a:pPr>
            <a:r>
              <a:rPr lang="en-US" dirty="0"/>
              <a:t>Plan2, 150, str</a:t>
            </a:r>
          </a:p>
        </p:txBody>
      </p:sp>
      <p:sp>
        <p:nvSpPr>
          <p:cNvPr id="69" name="Google Shape;69;p6"/>
          <p:cNvSpPr txBox="1">
            <a:spLocks noGrp="1"/>
          </p:cNvSpPr>
          <p:nvPr>
            <p:ph type="subTitle" idx="9" hasCustomPrompt="1"/>
          </p:nvPr>
        </p:nvSpPr>
        <p:spPr>
          <a:xfrm>
            <a:off x="2965750" y="6714364"/>
            <a:ext cx="7251900" cy="1453336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>
            <a:lvl1pPr marL="88900" lvl="0" indent="0" algn="l" rtl="0">
              <a:spcBef>
                <a:spcPts val="640"/>
              </a:spcBef>
              <a:spcAft>
                <a:spcPts val="0"/>
              </a:spcAft>
              <a:buSzPts val="2550"/>
              <a:buFont typeface="Arial" panose="020B0604020202020204" pitchFamily="34" charset="0"/>
              <a:buNone/>
              <a:defRPr sz="2550"/>
            </a:lvl1pPr>
            <a:lvl2pPr lvl="1" rtl="0">
              <a:spcBef>
                <a:spcPts val="560"/>
              </a:spcBef>
              <a:spcAft>
                <a:spcPts val="0"/>
              </a:spcAft>
              <a:buSzPts val="2200"/>
              <a:buNone/>
              <a:defRPr/>
            </a:lvl2pPr>
            <a:lvl3pPr lvl="2" rtl="0">
              <a:spcBef>
                <a:spcPts val="480"/>
              </a:spcBef>
              <a:spcAft>
                <a:spcPts val="0"/>
              </a:spcAft>
              <a:buSzPts val="2200"/>
              <a:buNone/>
              <a:defRPr/>
            </a:lvl3pPr>
            <a:lvl4pPr lvl="3" rtl="0">
              <a:spcBef>
                <a:spcPts val="400"/>
              </a:spcBef>
              <a:spcAft>
                <a:spcPts val="0"/>
              </a:spcAft>
              <a:buSzPts val="2200"/>
              <a:buNone/>
              <a:defRPr/>
            </a:lvl4pPr>
            <a:lvl5pPr lvl="4" rtl="0">
              <a:spcBef>
                <a:spcPts val="400"/>
              </a:spcBef>
              <a:spcAft>
                <a:spcPts val="0"/>
              </a:spcAft>
              <a:buSzPts val="2200"/>
              <a:buNone/>
              <a:defRPr/>
            </a:lvl5pPr>
            <a:lvl6pPr lvl="5" rtl="0">
              <a:spcBef>
                <a:spcPts val="400"/>
              </a:spcBef>
              <a:spcAft>
                <a:spcPts val="0"/>
              </a:spcAft>
              <a:buSzPts val="2200"/>
              <a:buNone/>
              <a:defRPr/>
            </a:lvl6pPr>
            <a:lvl7pPr lvl="6" rtl="0">
              <a:spcBef>
                <a:spcPts val="400"/>
              </a:spcBef>
              <a:spcAft>
                <a:spcPts val="0"/>
              </a:spcAft>
              <a:buSzPts val="22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2200"/>
              <a:buNone/>
              <a:defRPr/>
            </a:lvl8pPr>
            <a:lvl9pPr lvl="8" rtl="0">
              <a:spcBef>
                <a:spcPts val="40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pPr marL="5461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550"/>
              <a:tabLst/>
              <a:defRPr/>
            </a:pPr>
            <a:r>
              <a:rPr lang="en-US" dirty="0"/>
              <a:t>Plan3, 150, str</a:t>
            </a:r>
          </a:p>
        </p:txBody>
      </p:sp>
      <p:cxnSp>
        <p:nvCxnSpPr>
          <p:cNvPr id="72" name="Google Shape;72;p6"/>
          <p:cNvCxnSpPr/>
          <p:nvPr/>
        </p:nvCxnSpPr>
        <p:spPr>
          <a:xfrm>
            <a:off x="692754" y="2668289"/>
            <a:ext cx="9255900" cy="12300"/>
          </a:xfrm>
          <a:prstGeom prst="straightConnector1">
            <a:avLst/>
          </a:prstGeom>
          <a:noFill/>
          <a:ln w="38100" cap="flat" cmpd="sng">
            <a:solidFill>
              <a:srgbClr val="73D48B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3" name="Google Shape;73;p6"/>
          <p:cNvCxnSpPr/>
          <p:nvPr/>
        </p:nvCxnSpPr>
        <p:spPr>
          <a:xfrm>
            <a:off x="692754" y="4565769"/>
            <a:ext cx="9255900" cy="12300"/>
          </a:xfrm>
          <a:prstGeom prst="straightConnector1">
            <a:avLst/>
          </a:prstGeom>
          <a:noFill/>
          <a:ln w="38100" cap="flat" cmpd="sng">
            <a:solidFill>
              <a:srgbClr val="73D48B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4" name="Google Shape;74;p6"/>
          <p:cNvCxnSpPr/>
          <p:nvPr/>
        </p:nvCxnSpPr>
        <p:spPr>
          <a:xfrm>
            <a:off x="692754" y="6463249"/>
            <a:ext cx="9255900" cy="12300"/>
          </a:xfrm>
          <a:prstGeom prst="straightConnector1">
            <a:avLst/>
          </a:prstGeom>
          <a:noFill/>
          <a:ln w="38100" cap="flat" cmpd="sng">
            <a:solidFill>
              <a:srgbClr val="73D48B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5" name="Google Shape;75;p6"/>
          <p:cNvCxnSpPr/>
          <p:nvPr/>
        </p:nvCxnSpPr>
        <p:spPr>
          <a:xfrm>
            <a:off x="692754" y="8360729"/>
            <a:ext cx="9255900" cy="12300"/>
          </a:xfrm>
          <a:prstGeom prst="straightConnector1">
            <a:avLst/>
          </a:prstGeom>
          <a:noFill/>
          <a:ln w="38100" cap="flat" cmpd="sng">
            <a:solidFill>
              <a:srgbClr val="73D48B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C9B9B577-88FA-E4C4-0CED-FEFA240B3C7E}"/>
              </a:ext>
            </a:extLst>
          </p:cNvPr>
          <p:cNvSpPr txBox="1"/>
          <p:nvPr userDrawn="1"/>
        </p:nvSpPr>
        <p:spPr>
          <a:xfrm>
            <a:off x="1355535" y="2510386"/>
            <a:ext cx="836775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500" dirty="0">
                <a:latin typeface="Zilla Slab" panose="020B0604020202020204" charset="0"/>
                <a:ea typeface="Zilla Slab" panose="020B0604020202020204" charset="0"/>
              </a:rPr>
              <a:t>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F400A4-687C-0018-E19B-B310DBDDC914}"/>
              </a:ext>
            </a:extLst>
          </p:cNvPr>
          <p:cNvSpPr txBox="1"/>
          <p:nvPr userDrawn="1"/>
        </p:nvSpPr>
        <p:spPr>
          <a:xfrm>
            <a:off x="1317435" y="4547718"/>
            <a:ext cx="836775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500" dirty="0">
                <a:latin typeface="Zilla Slab" panose="020B0604020202020204" charset="0"/>
                <a:ea typeface="Zilla Slab" panose="020B0604020202020204" charset="0"/>
              </a:rPr>
              <a:t>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7FA5D2-8AF8-38CD-0FDC-9AC4F4EB72A5}"/>
              </a:ext>
            </a:extLst>
          </p:cNvPr>
          <p:cNvSpPr txBox="1"/>
          <p:nvPr userDrawn="1"/>
        </p:nvSpPr>
        <p:spPr>
          <a:xfrm>
            <a:off x="1355535" y="6452718"/>
            <a:ext cx="836775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500" dirty="0">
                <a:latin typeface="Zilla Slab" panose="020B0604020202020204" charset="0"/>
                <a:ea typeface="Zilla Slab" panose="020B0604020202020204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42689063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2">
  <p:cSld name="CUSTOM_1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4"/>
          <p:cNvGrpSpPr/>
          <p:nvPr/>
        </p:nvGrpSpPr>
        <p:grpSpPr>
          <a:xfrm>
            <a:off x="1075251" y="667045"/>
            <a:ext cx="16137603" cy="9620585"/>
            <a:chOff x="0" y="-95250"/>
            <a:chExt cx="4250205" cy="2533800"/>
          </a:xfrm>
        </p:grpSpPr>
        <p:sp>
          <p:nvSpPr>
            <p:cNvPr id="21" name="Google Shape;21;p4"/>
            <p:cNvSpPr/>
            <p:nvPr/>
          </p:nvSpPr>
          <p:spPr>
            <a:xfrm>
              <a:off x="0" y="0"/>
              <a:ext cx="4250205" cy="2438400"/>
            </a:xfrm>
            <a:custGeom>
              <a:avLst/>
              <a:gdLst/>
              <a:ahLst/>
              <a:cxnLst/>
              <a:rect l="l" t="t" r="r" b="b"/>
              <a:pathLst>
                <a:path w="4250205" h="2438400" extrusionOk="0">
                  <a:moveTo>
                    <a:pt x="0" y="0"/>
                  </a:moveTo>
                  <a:lnTo>
                    <a:pt x="4250205" y="0"/>
                  </a:lnTo>
                  <a:lnTo>
                    <a:pt x="4250205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2" name="Google Shape;22;p4"/>
            <p:cNvSpPr txBox="1"/>
            <p:nvPr/>
          </p:nvSpPr>
          <p:spPr>
            <a:xfrm>
              <a:off x="0" y="-95250"/>
              <a:ext cx="4250100" cy="253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200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" name="Google Shape;23;p4"/>
          <p:cNvSpPr>
            <a:spLocks noGrp="1"/>
          </p:cNvSpPr>
          <p:nvPr>
            <p:ph type="pic" idx="2" hasCustomPrompt="1"/>
          </p:nvPr>
        </p:nvSpPr>
        <p:spPr>
          <a:xfrm>
            <a:off x="8594150" y="4307900"/>
            <a:ext cx="7766100" cy="59796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88900" indent="0">
              <a:buNone/>
              <a:defRPr/>
            </a:lvl1pPr>
          </a:lstStyle>
          <a:p>
            <a:r>
              <a:rPr lang="en-US" dirty="0"/>
              <a:t>Image, 0, </a:t>
            </a:r>
            <a:r>
              <a:rPr lang="en-US" dirty="0" err="1"/>
              <a:t>img</a:t>
            </a:r>
            <a:endParaRPr lang="en-US" dirty="0"/>
          </a:p>
        </p:txBody>
      </p:sp>
      <p:sp>
        <p:nvSpPr>
          <p:cNvPr id="24" name="Google Shape;24;p4"/>
          <p:cNvSpPr/>
          <p:nvPr/>
        </p:nvSpPr>
        <p:spPr>
          <a:xfrm>
            <a:off x="7315736" y="592202"/>
            <a:ext cx="3656528" cy="872996"/>
          </a:xfrm>
          <a:custGeom>
            <a:avLst/>
            <a:gdLst/>
            <a:ahLst/>
            <a:cxnLst/>
            <a:rect l="l" t="t" r="r" b="b"/>
            <a:pathLst>
              <a:path w="3656528" h="872996" extrusionOk="0">
                <a:moveTo>
                  <a:pt x="0" y="0"/>
                </a:moveTo>
                <a:lnTo>
                  <a:pt x="3656528" y="0"/>
                </a:lnTo>
                <a:lnTo>
                  <a:pt x="3656528" y="872996"/>
                </a:lnTo>
                <a:lnTo>
                  <a:pt x="0" y="8729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5" name="Google Shape;25;p4"/>
          <p:cNvSpPr txBox="1">
            <a:spLocks noGrp="1"/>
          </p:cNvSpPr>
          <p:nvPr>
            <p:ph type="title" hasCustomPrompt="1"/>
          </p:nvPr>
        </p:nvSpPr>
        <p:spPr>
          <a:xfrm>
            <a:off x="1511400" y="1748468"/>
            <a:ext cx="15265300" cy="20949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45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Title, 120, str</a:t>
            </a:r>
            <a:endParaRPr dirty="0"/>
          </a:p>
        </p:txBody>
      </p:sp>
      <p:sp>
        <p:nvSpPr>
          <p:cNvPr id="26" name="Google Shape;26;p4"/>
          <p:cNvSpPr txBox="1">
            <a:spLocks noGrp="1"/>
          </p:cNvSpPr>
          <p:nvPr>
            <p:ph type="body" idx="1" hasCustomPrompt="1"/>
          </p:nvPr>
        </p:nvSpPr>
        <p:spPr>
          <a:xfrm>
            <a:off x="1796625" y="4632600"/>
            <a:ext cx="6104700" cy="4675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>
            <a:lvl1pPr marL="88900" lvl="0" indent="0" algn="just">
              <a:spcBef>
                <a:spcPts val="640"/>
              </a:spcBef>
              <a:spcAft>
                <a:spcPts val="0"/>
              </a:spcAft>
              <a:buSzPts val="2200"/>
              <a:buNone/>
              <a:defRPr/>
            </a:lvl1pPr>
            <a:lvl2pPr marL="914400" lvl="1" indent="-368300">
              <a:spcBef>
                <a:spcPts val="560"/>
              </a:spcBef>
              <a:spcAft>
                <a:spcPts val="0"/>
              </a:spcAft>
              <a:buSzPts val="2200"/>
              <a:buChar char="–"/>
              <a:defRPr/>
            </a:lvl2pPr>
            <a:lvl3pPr marL="1371600" lvl="2" indent="-368300">
              <a:spcBef>
                <a:spcPts val="480"/>
              </a:spcBef>
              <a:spcAft>
                <a:spcPts val="0"/>
              </a:spcAft>
              <a:buSzPts val="2200"/>
              <a:buChar char="•"/>
              <a:defRPr/>
            </a:lvl3pPr>
            <a:lvl4pPr marL="1828800" lvl="3" indent="-368300">
              <a:spcBef>
                <a:spcPts val="400"/>
              </a:spcBef>
              <a:spcAft>
                <a:spcPts val="0"/>
              </a:spcAft>
              <a:buSzPts val="2200"/>
              <a:buChar char="–"/>
              <a:defRPr/>
            </a:lvl4pPr>
            <a:lvl5pPr marL="2286000" lvl="4" indent="-368300">
              <a:spcBef>
                <a:spcPts val="400"/>
              </a:spcBef>
              <a:spcAft>
                <a:spcPts val="0"/>
              </a:spcAft>
              <a:buSzPts val="2200"/>
              <a:buChar char="»"/>
              <a:defRPr/>
            </a:lvl5pPr>
            <a:lvl6pPr marL="2743200" lvl="5" indent="-368300">
              <a:spcBef>
                <a:spcPts val="400"/>
              </a:spcBef>
              <a:spcAft>
                <a:spcPts val="0"/>
              </a:spcAft>
              <a:buSzPts val="2200"/>
              <a:buChar char="•"/>
              <a:defRPr/>
            </a:lvl6pPr>
            <a:lvl7pPr marL="3200400" lvl="6" indent="-368300">
              <a:spcBef>
                <a:spcPts val="400"/>
              </a:spcBef>
              <a:spcAft>
                <a:spcPts val="0"/>
              </a:spcAft>
              <a:buSzPts val="2200"/>
              <a:buChar char="•"/>
              <a:defRPr/>
            </a:lvl7pPr>
            <a:lvl8pPr marL="3657600" lvl="7" indent="-368300">
              <a:spcBef>
                <a:spcPts val="400"/>
              </a:spcBef>
              <a:spcAft>
                <a:spcPts val="0"/>
              </a:spcAft>
              <a:buSzPts val="2200"/>
              <a:buChar char="•"/>
              <a:defRPr/>
            </a:lvl8pPr>
            <a:lvl9pPr marL="4114800" lvl="8" indent="-368300">
              <a:spcBef>
                <a:spcPts val="400"/>
              </a:spcBef>
              <a:spcAft>
                <a:spcPts val="0"/>
              </a:spcAft>
              <a:buSzPts val="2200"/>
              <a:buChar char="•"/>
              <a:defRPr/>
            </a:lvl9pPr>
          </a:lstStyle>
          <a:p>
            <a:r>
              <a:rPr lang="en-US" dirty="0"/>
              <a:t>Content, 450, str</a:t>
            </a:r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4">
  <p:cSld name="CUSTOM_3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6"/>
          <p:cNvSpPr txBox="1">
            <a:spLocks noGrp="1"/>
          </p:cNvSpPr>
          <p:nvPr>
            <p:ph type="title" hasCustomPrompt="1"/>
          </p:nvPr>
        </p:nvSpPr>
        <p:spPr>
          <a:xfrm>
            <a:off x="10758925" y="2407025"/>
            <a:ext cx="6500400" cy="300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9100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Title, 70, str</a:t>
            </a:r>
            <a:endParaRPr dirty="0"/>
          </a:p>
        </p:txBody>
      </p:sp>
      <p:grpSp>
        <p:nvGrpSpPr>
          <p:cNvPr id="57" name="Google Shape;57;p6"/>
          <p:cNvGrpSpPr/>
          <p:nvPr/>
        </p:nvGrpSpPr>
        <p:grpSpPr>
          <a:xfrm rot="5400000">
            <a:off x="8453697" y="2299671"/>
            <a:ext cx="3697210" cy="707296"/>
            <a:chOff x="0" y="-95250"/>
            <a:chExt cx="4008250" cy="766800"/>
          </a:xfrm>
        </p:grpSpPr>
        <p:sp>
          <p:nvSpPr>
            <p:cNvPr id="58" name="Google Shape;58;p6"/>
            <p:cNvSpPr/>
            <p:nvPr/>
          </p:nvSpPr>
          <p:spPr>
            <a:xfrm>
              <a:off x="0" y="0"/>
              <a:ext cx="4008250" cy="671467"/>
            </a:xfrm>
            <a:custGeom>
              <a:avLst/>
              <a:gdLst/>
              <a:ahLst/>
              <a:cxnLst/>
              <a:rect l="l" t="t" r="r" b="b"/>
              <a:pathLst>
                <a:path w="4008250" h="671467" extrusionOk="0">
                  <a:moveTo>
                    <a:pt x="203200" y="0"/>
                  </a:moveTo>
                  <a:lnTo>
                    <a:pt x="3805050" y="0"/>
                  </a:lnTo>
                  <a:lnTo>
                    <a:pt x="4008250" y="671467"/>
                  </a:lnTo>
                  <a:lnTo>
                    <a:pt x="0" y="671467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73D48B"/>
            </a:solidFill>
            <a:ln>
              <a:noFill/>
            </a:ln>
          </p:spPr>
        </p:sp>
        <p:sp>
          <p:nvSpPr>
            <p:cNvPr id="59" name="Google Shape;59;p6"/>
            <p:cNvSpPr txBox="1"/>
            <p:nvPr/>
          </p:nvSpPr>
          <p:spPr>
            <a:xfrm>
              <a:off x="127000" y="-95250"/>
              <a:ext cx="3754200" cy="766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200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0" name="Google Shape;60;p6"/>
          <p:cNvSpPr/>
          <p:nvPr/>
        </p:nvSpPr>
        <p:spPr>
          <a:xfrm>
            <a:off x="660075" y="804724"/>
            <a:ext cx="9290170" cy="9483588"/>
          </a:xfrm>
          <a:custGeom>
            <a:avLst/>
            <a:gdLst/>
            <a:ahLst/>
            <a:cxnLst/>
            <a:rect l="l" t="t" r="r" b="b"/>
            <a:pathLst>
              <a:path w="2446391" h="2729090" extrusionOk="0">
                <a:moveTo>
                  <a:pt x="0" y="0"/>
                </a:moveTo>
                <a:lnTo>
                  <a:pt x="2446391" y="0"/>
                </a:lnTo>
                <a:lnTo>
                  <a:pt x="2446391" y="2729090"/>
                </a:lnTo>
                <a:lnTo>
                  <a:pt x="0" y="272909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61" name="Google Shape;61;p6"/>
          <p:cNvSpPr txBox="1">
            <a:spLocks noGrp="1"/>
          </p:cNvSpPr>
          <p:nvPr>
            <p:ph type="body" idx="1" hasCustomPrompt="1"/>
          </p:nvPr>
        </p:nvSpPr>
        <p:spPr>
          <a:xfrm>
            <a:off x="11386700" y="5564225"/>
            <a:ext cx="5563500" cy="2359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>
            <a:lvl1pPr marL="82550" lvl="0" indent="0" algn="r">
              <a:spcBef>
                <a:spcPts val="640"/>
              </a:spcBef>
              <a:spcAft>
                <a:spcPts val="0"/>
              </a:spcAft>
              <a:buSzPts val="2300"/>
              <a:buNone/>
              <a:defRPr sz="2300"/>
            </a:lvl1pPr>
            <a:lvl2pPr marL="914400" lvl="1" indent="-374650" algn="r">
              <a:spcBef>
                <a:spcPts val="560"/>
              </a:spcBef>
              <a:spcAft>
                <a:spcPts val="0"/>
              </a:spcAft>
              <a:buSzPts val="2300"/>
              <a:buChar char="–"/>
              <a:defRPr sz="2300"/>
            </a:lvl2pPr>
            <a:lvl3pPr marL="1371600" lvl="2" indent="-374650" algn="r">
              <a:spcBef>
                <a:spcPts val="480"/>
              </a:spcBef>
              <a:spcAft>
                <a:spcPts val="0"/>
              </a:spcAft>
              <a:buSzPts val="2300"/>
              <a:buChar char="•"/>
              <a:defRPr sz="2300"/>
            </a:lvl3pPr>
            <a:lvl4pPr marL="1828800" lvl="3" indent="-374650" algn="r">
              <a:spcBef>
                <a:spcPts val="400"/>
              </a:spcBef>
              <a:spcAft>
                <a:spcPts val="0"/>
              </a:spcAft>
              <a:buSzPts val="2300"/>
              <a:buChar char="–"/>
              <a:defRPr sz="2300"/>
            </a:lvl4pPr>
            <a:lvl5pPr marL="2286000" lvl="4" indent="-374650" algn="r">
              <a:spcBef>
                <a:spcPts val="400"/>
              </a:spcBef>
              <a:spcAft>
                <a:spcPts val="0"/>
              </a:spcAft>
              <a:buSzPts val="2300"/>
              <a:buChar char="»"/>
              <a:defRPr sz="2300"/>
            </a:lvl5pPr>
            <a:lvl6pPr marL="2743200" lvl="5" indent="-374650" algn="r">
              <a:spcBef>
                <a:spcPts val="400"/>
              </a:spcBef>
              <a:spcAft>
                <a:spcPts val="0"/>
              </a:spcAft>
              <a:buSzPts val="2300"/>
              <a:buChar char="•"/>
              <a:defRPr sz="2300"/>
            </a:lvl6pPr>
            <a:lvl7pPr marL="3200400" lvl="6" indent="-374650" algn="r">
              <a:spcBef>
                <a:spcPts val="400"/>
              </a:spcBef>
              <a:spcAft>
                <a:spcPts val="0"/>
              </a:spcAft>
              <a:buSzPts val="2300"/>
              <a:buChar char="•"/>
              <a:defRPr sz="2300"/>
            </a:lvl7pPr>
            <a:lvl8pPr marL="3657600" lvl="7" indent="-374650" algn="r">
              <a:spcBef>
                <a:spcPts val="400"/>
              </a:spcBef>
              <a:spcAft>
                <a:spcPts val="0"/>
              </a:spcAft>
              <a:buSzPts val="2300"/>
              <a:buChar char="•"/>
              <a:defRPr sz="2300"/>
            </a:lvl8pPr>
            <a:lvl9pPr marL="4114800" lvl="8" indent="-374650" algn="r">
              <a:spcBef>
                <a:spcPts val="400"/>
              </a:spcBef>
              <a:spcAft>
                <a:spcPts val="0"/>
              </a:spcAft>
              <a:buSzPts val="2300"/>
              <a:buChar char="•"/>
              <a:defRPr sz="2300"/>
            </a:lvl9pPr>
          </a:lstStyle>
          <a:p>
            <a:r>
              <a:rPr lang="en-US" dirty="0"/>
              <a:t>Summary, 250, str</a:t>
            </a:r>
            <a:endParaRPr dirty="0"/>
          </a:p>
        </p:txBody>
      </p:sp>
      <p:sp>
        <p:nvSpPr>
          <p:cNvPr id="62" name="Google Shape;62;p6"/>
          <p:cNvSpPr txBox="1">
            <a:spLocks noGrp="1"/>
          </p:cNvSpPr>
          <p:nvPr>
            <p:ph type="subTitle" idx="2" hasCustomPrompt="1"/>
          </p:nvPr>
        </p:nvSpPr>
        <p:spPr>
          <a:xfrm>
            <a:off x="1017425" y="1336335"/>
            <a:ext cx="1498800" cy="981624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>
            <a:lvl1pPr marL="88900" lvl="0" indent="0">
              <a:spcBef>
                <a:spcPts val="640"/>
              </a:spcBef>
              <a:spcAft>
                <a:spcPts val="0"/>
              </a:spcAft>
              <a:buSzPts val="3050"/>
              <a:buFont typeface="Arial" panose="020B0604020202020204" pitchFamily="34" charset="0"/>
              <a:buNone/>
              <a:defRPr sz="2000" b="1">
                <a:latin typeface="Zilla Slab"/>
                <a:ea typeface="Zilla Slab"/>
                <a:cs typeface="Zilla Slab"/>
                <a:sym typeface="Zilla Slab"/>
              </a:defRPr>
            </a:lvl1pPr>
            <a:lvl2pPr lvl="1">
              <a:spcBef>
                <a:spcPts val="560"/>
              </a:spcBef>
              <a:spcAft>
                <a:spcPts val="0"/>
              </a:spcAft>
              <a:buSzPts val="2200"/>
              <a:buNone/>
              <a:defRPr/>
            </a:lvl2pPr>
            <a:lvl3pPr lvl="2">
              <a:spcBef>
                <a:spcPts val="480"/>
              </a:spcBef>
              <a:spcAft>
                <a:spcPts val="0"/>
              </a:spcAft>
              <a:buSzPts val="2200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2200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2200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2200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22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2200"/>
              <a:buNone/>
              <a:defRPr/>
            </a:lvl8pPr>
            <a:lvl9pPr lvl="8">
              <a:spcBef>
                <a:spcPts val="40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r>
              <a:rPr lang="en-US" dirty="0"/>
              <a:t>Header1, 15, str</a:t>
            </a:r>
            <a:endParaRPr dirty="0"/>
          </a:p>
        </p:txBody>
      </p:sp>
      <p:sp>
        <p:nvSpPr>
          <p:cNvPr id="63" name="Google Shape;63;p6"/>
          <p:cNvSpPr txBox="1">
            <a:spLocks noGrp="1"/>
          </p:cNvSpPr>
          <p:nvPr>
            <p:ph type="subTitle" idx="3" hasCustomPrompt="1"/>
          </p:nvPr>
        </p:nvSpPr>
        <p:spPr>
          <a:xfrm>
            <a:off x="2965750" y="1212771"/>
            <a:ext cx="7251900" cy="1194254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>
            <a:lvl1pPr marL="88900" lvl="0" indent="0">
              <a:spcBef>
                <a:spcPts val="640"/>
              </a:spcBef>
              <a:spcAft>
                <a:spcPts val="0"/>
              </a:spcAft>
              <a:buSzPts val="2550"/>
              <a:buFont typeface="Arial" panose="020B0604020202020204" pitchFamily="34" charset="0"/>
              <a:buNone/>
              <a:defRPr sz="2000"/>
            </a:lvl1pPr>
            <a:lvl2pPr lvl="1">
              <a:spcBef>
                <a:spcPts val="560"/>
              </a:spcBef>
              <a:spcAft>
                <a:spcPts val="0"/>
              </a:spcAft>
              <a:buSzPts val="2200"/>
              <a:buNone/>
              <a:defRPr/>
            </a:lvl2pPr>
            <a:lvl3pPr lvl="2">
              <a:spcBef>
                <a:spcPts val="480"/>
              </a:spcBef>
              <a:spcAft>
                <a:spcPts val="0"/>
              </a:spcAft>
              <a:buSzPts val="2200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2200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2200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2200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22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2200"/>
              <a:buNone/>
              <a:defRPr/>
            </a:lvl8pPr>
            <a:lvl9pPr lvl="8">
              <a:spcBef>
                <a:spcPts val="40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r>
              <a:rPr lang="en-US" dirty="0"/>
              <a:t>Content1, 250, str</a:t>
            </a:r>
            <a:endParaRPr dirty="0"/>
          </a:p>
        </p:txBody>
      </p:sp>
      <p:sp>
        <p:nvSpPr>
          <p:cNvPr id="64" name="Google Shape;64;p6"/>
          <p:cNvSpPr txBox="1">
            <a:spLocks noGrp="1"/>
          </p:cNvSpPr>
          <p:nvPr>
            <p:ph type="subTitle" idx="4" hasCustomPrompt="1"/>
          </p:nvPr>
        </p:nvSpPr>
        <p:spPr>
          <a:xfrm>
            <a:off x="1017425" y="3231810"/>
            <a:ext cx="1498800" cy="981624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>
            <a:lvl1pPr marL="88900" lvl="0" indent="0" rtl="0">
              <a:spcBef>
                <a:spcPts val="640"/>
              </a:spcBef>
              <a:spcAft>
                <a:spcPts val="0"/>
              </a:spcAft>
              <a:buSzPts val="3050"/>
              <a:buFont typeface="Arial" panose="020B0604020202020204" pitchFamily="34" charset="0"/>
              <a:buNone/>
              <a:defRPr sz="2000" b="1">
                <a:latin typeface="Zilla Slab"/>
                <a:ea typeface="Zilla Slab"/>
                <a:cs typeface="Zilla Slab"/>
                <a:sym typeface="Zilla Slab"/>
              </a:defRPr>
            </a:lvl1pPr>
            <a:lvl2pPr lvl="1" rtl="0">
              <a:spcBef>
                <a:spcPts val="560"/>
              </a:spcBef>
              <a:spcAft>
                <a:spcPts val="0"/>
              </a:spcAft>
              <a:buSzPts val="2200"/>
              <a:buNone/>
              <a:defRPr/>
            </a:lvl2pPr>
            <a:lvl3pPr lvl="2" rtl="0">
              <a:spcBef>
                <a:spcPts val="480"/>
              </a:spcBef>
              <a:spcAft>
                <a:spcPts val="0"/>
              </a:spcAft>
              <a:buSzPts val="2200"/>
              <a:buNone/>
              <a:defRPr/>
            </a:lvl3pPr>
            <a:lvl4pPr lvl="3" rtl="0">
              <a:spcBef>
                <a:spcPts val="400"/>
              </a:spcBef>
              <a:spcAft>
                <a:spcPts val="0"/>
              </a:spcAft>
              <a:buSzPts val="2200"/>
              <a:buNone/>
              <a:defRPr/>
            </a:lvl4pPr>
            <a:lvl5pPr lvl="4" rtl="0">
              <a:spcBef>
                <a:spcPts val="400"/>
              </a:spcBef>
              <a:spcAft>
                <a:spcPts val="0"/>
              </a:spcAft>
              <a:buSzPts val="2200"/>
              <a:buNone/>
              <a:defRPr/>
            </a:lvl5pPr>
            <a:lvl6pPr lvl="5" rtl="0">
              <a:spcBef>
                <a:spcPts val="400"/>
              </a:spcBef>
              <a:spcAft>
                <a:spcPts val="0"/>
              </a:spcAft>
              <a:buSzPts val="2200"/>
              <a:buNone/>
              <a:defRPr/>
            </a:lvl6pPr>
            <a:lvl7pPr lvl="6" rtl="0">
              <a:spcBef>
                <a:spcPts val="400"/>
              </a:spcBef>
              <a:spcAft>
                <a:spcPts val="0"/>
              </a:spcAft>
              <a:buSzPts val="22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2200"/>
              <a:buNone/>
              <a:defRPr/>
            </a:lvl8pPr>
            <a:lvl9pPr lvl="8" rtl="0">
              <a:spcBef>
                <a:spcPts val="40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pPr marL="457200" marR="0" lvl="0" indent="-368300" algn="ctr" defTabSz="914400" rtl="0" eaLnBrk="1" fontAlgn="auto" latinLnBrk="0" hangingPunct="1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050"/>
              <a:tabLst/>
              <a:defRPr/>
            </a:pPr>
            <a:r>
              <a:rPr lang="en-US" dirty="0"/>
              <a:t>Header2, 15, str</a:t>
            </a:r>
          </a:p>
        </p:txBody>
      </p:sp>
      <p:sp>
        <p:nvSpPr>
          <p:cNvPr id="65" name="Google Shape;65;p6"/>
          <p:cNvSpPr txBox="1">
            <a:spLocks noGrp="1"/>
          </p:cNvSpPr>
          <p:nvPr>
            <p:ph type="subTitle" idx="5" hasCustomPrompt="1"/>
          </p:nvPr>
        </p:nvSpPr>
        <p:spPr>
          <a:xfrm>
            <a:off x="2965750" y="3108246"/>
            <a:ext cx="7251900" cy="1194254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>
            <a:lvl1pPr marL="88900" lvl="0" indent="0" rtl="0">
              <a:spcBef>
                <a:spcPts val="640"/>
              </a:spcBef>
              <a:spcAft>
                <a:spcPts val="0"/>
              </a:spcAft>
              <a:buSzPts val="2550"/>
              <a:buFont typeface="Arial" panose="020B0604020202020204" pitchFamily="34" charset="0"/>
              <a:buNone/>
              <a:defRPr sz="2000"/>
            </a:lvl1pPr>
            <a:lvl2pPr lvl="1" rtl="0">
              <a:spcBef>
                <a:spcPts val="560"/>
              </a:spcBef>
              <a:spcAft>
                <a:spcPts val="0"/>
              </a:spcAft>
              <a:buSzPts val="2200"/>
              <a:buNone/>
              <a:defRPr/>
            </a:lvl2pPr>
            <a:lvl3pPr lvl="2" rtl="0">
              <a:spcBef>
                <a:spcPts val="480"/>
              </a:spcBef>
              <a:spcAft>
                <a:spcPts val="0"/>
              </a:spcAft>
              <a:buSzPts val="2200"/>
              <a:buNone/>
              <a:defRPr/>
            </a:lvl3pPr>
            <a:lvl4pPr lvl="3" rtl="0">
              <a:spcBef>
                <a:spcPts val="400"/>
              </a:spcBef>
              <a:spcAft>
                <a:spcPts val="0"/>
              </a:spcAft>
              <a:buSzPts val="2200"/>
              <a:buNone/>
              <a:defRPr/>
            </a:lvl4pPr>
            <a:lvl5pPr lvl="4" rtl="0">
              <a:spcBef>
                <a:spcPts val="400"/>
              </a:spcBef>
              <a:spcAft>
                <a:spcPts val="0"/>
              </a:spcAft>
              <a:buSzPts val="2200"/>
              <a:buNone/>
              <a:defRPr/>
            </a:lvl5pPr>
            <a:lvl6pPr lvl="5" rtl="0">
              <a:spcBef>
                <a:spcPts val="400"/>
              </a:spcBef>
              <a:spcAft>
                <a:spcPts val="0"/>
              </a:spcAft>
              <a:buSzPts val="2200"/>
              <a:buNone/>
              <a:defRPr/>
            </a:lvl6pPr>
            <a:lvl7pPr lvl="6" rtl="0">
              <a:spcBef>
                <a:spcPts val="400"/>
              </a:spcBef>
              <a:spcAft>
                <a:spcPts val="0"/>
              </a:spcAft>
              <a:buSzPts val="22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2200"/>
              <a:buNone/>
              <a:defRPr/>
            </a:lvl8pPr>
            <a:lvl9pPr lvl="8" rtl="0">
              <a:spcBef>
                <a:spcPts val="40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pPr marL="457200" marR="0" lvl="0" indent="-368300" algn="ctr" defTabSz="914400" rtl="0" eaLnBrk="1" fontAlgn="auto" latinLnBrk="0" hangingPunct="1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550"/>
              <a:tabLst/>
              <a:defRPr/>
            </a:pPr>
            <a:r>
              <a:rPr lang="en-US" dirty="0"/>
              <a:t>Content2, 250, str</a:t>
            </a:r>
          </a:p>
        </p:txBody>
      </p:sp>
      <p:sp>
        <p:nvSpPr>
          <p:cNvPr id="66" name="Google Shape;66;p6"/>
          <p:cNvSpPr txBox="1">
            <a:spLocks noGrp="1"/>
          </p:cNvSpPr>
          <p:nvPr>
            <p:ph type="subTitle" idx="6" hasCustomPrompt="1"/>
          </p:nvPr>
        </p:nvSpPr>
        <p:spPr>
          <a:xfrm>
            <a:off x="1017425" y="5158264"/>
            <a:ext cx="1498800" cy="981624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>
            <a:lvl1pPr marL="88900" lvl="0" indent="0" rtl="0">
              <a:spcBef>
                <a:spcPts val="640"/>
              </a:spcBef>
              <a:spcAft>
                <a:spcPts val="0"/>
              </a:spcAft>
              <a:buSzPts val="3050"/>
              <a:buFont typeface="Arial" panose="020B0604020202020204" pitchFamily="34" charset="0"/>
              <a:buNone/>
              <a:defRPr sz="2000" b="1">
                <a:latin typeface="Zilla Slab"/>
                <a:ea typeface="Zilla Slab"/>
                <a:cs typeface="Zilla Slab"/>
                <a:sym typeface="Zilla Slab"/>
              </a:defRPr>
            </a:lvl1pPr>
            <a:lvl2pPr lvl="1" rtl="0">
              <a:spcBef>
                <a:spcPts val="560"/>
              </a:spcBef>
              <a:spcAft>
                <a:spcPts val="0"/>
              </a:spcAft>
              <a:buSzPts val="2200"/>
              <a:buNone/>
              <a:defRPr/>
            </a:lvl2pPr>
            <a:lvl3pPr lvl="2" rtl="0">
              <a:spcBef>
                <a:spcPts val="480"/>
              </a:spcBef>
              <a:spcAft>
                <a:spcPts val="0"/>
              </a:spcAft>
              <a:buSzPts val="2200"/>
              <a:buNone/>
              <a:defRPr/>
            </a:lvl3pPr>
            <a:lvl4pPr lvl="3" rtl="0">
              <a:spcBef>
                <a:spcPts val="400"/>
              </a:spcBef>
              <a:spcAft>
                <a:spcPts val="0"/>
              </a:spcAft>
              <a:buSzPts val="2200"/>
              <a:buNone/>
              <a:defRPr/>
            </a:lvl4pPr>
            <a:lvl5pPr lvl="4" rtl="0">
              <a:spcBef>
                <a:spcPts val="400"/>
              </a:spcBef>
              <a:spcAft>
                <a:spcPts val="0"/>
              </a:spcAft>
              <a:buSzPts val="2200"/>
              <a:buNone/>
              <a:defRPr/>
            </a:lvl5pPr>
            <a:lvl6pPr lvl="5" rtl="0">
              <a:spcBef>
                <a:spcPts val="400"/>
              </a:spcBef>
              <a:spcAft>
                <a:spcPts val="0"/>
              </a:spcAft>
              <a:buSzPts val="2200"/>
              <a:buNone/>
              <a:defRPr/>
            </a:lvl6pPr>
            <a:lvl7pPr lvl="6" rtl="0">
              <a:spcBef>
                <a:spcPts val="400"/>
              </a:spcBef>
              <a:spcAft>
                <a:spcPts val="0"/>
              </a:spcAft>
              <a:buSzPts val="22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2200"/>
              <a:buNone/>
              <a:defRPr/>
            </a:lvl8pPr>
            <a:lvl9pPr lvl="8" rtl="0">
              <a:spcBef>
                <a:spcPts val="40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pPr marL="457200" marR="0" lvl="0" indent="-368300" algn="ctr" defTabSz="914400" rtl="0" eaLnBrk="1" fontAlgn="auto" latinLnBrk="0" hangingPunct="1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050"/>
              <a:tabLst/>
              <a:defRPr/>
            </a:pPr>
            <a:r>
              <a:rPr lang="en-US" dirty="0"/>
              <a:t>Header3, 15, str</a:t>
            </a:r>
          </a:p>
        </p:txBody>
      </p:sp>
      <p:sp>
        <p:nvSpPr>
          <p:cNvPr id="67" name="Google Shape;67;p6"/>
          <p:cNvSpPr txBox="1">
            <a:spLocks noGrp="1"/>
          </p:cNvSpPr>
          <p:nvPr>
            <p:ph type="subTitle" idx="7" hasCustomPrompt="1"/>
          </p:nvPr>
        </p:nvSpPr>
        <p:spPr>
          <a:xfrm>
            <a:off x="2965750" y="5034700"/>
            <a:ext cx="7251900" cy="1194254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>
            <a:lvl1pPr marL="88900" lvl="0" indent="0" rtl="0">
              <a:spcBef>
                <a:spcPts val="640"/>
              </a:spcBef>
              <a:spcAft>
                <a:spcPts val="0"/>
              </a:spcAft>
              <a:buSzPts val="2550"/>
              <a:buFont typeface="Arial" panose="020B0604020202020204" pitchFamily="34" charset="0"/>
              <a:buNone/>
              <a:defRPr sz="2000"/>
            </a:lvl1pPr>
            <a:lvl2pPr lvl="1" rtl="0">
              <a:spcBef>
                <a:spcPts val="560"/>
              </a:spcBef>
              <a:spcAft>
                <a:spcPts val="0"/>
              </a:spcAft>
              <a:buSzPts val="2200"/>
              <a:buNone/>
              <a:defRPr/>
            </a:lvl2pPr>
            <a:lvl3pPr lvl="2" rtl="0">
              <a:spcBef>
                <a:spcPts val="480"/>
              </a:spcBef>
              <a:spcAft>
                <a:spcPts val="0"/>
              </a:spcAft>
              <a:buSzPts val="2200"/>
              <a:buNone/>
              <a:defRPr/>
            </a:lvl3pPr>
            <a:lvl4pPr lvl="3" rtl="0">
              <a:spcBef>
                <a:spcPts val="400"/>
              </a:spcBef>
              <a:spcAft>
                <a:spcPts val="0"/>
              </a:spcAft>
              <a:buSzPts val="2200"/>
              <a:buNone/>
              <a:defRPr/>
            </a:lvl4pPr>
            <a:lvl5pPr lvl="4" rtl="0">
              <a:spcBef>
                <a:spcPts val="400"/>
              </a:spcBef>
              <a:spcAft>
                <a:spcPts val="0"/>
              </a:spcAft>
              <a:buSzPts val="2200"/>
              <a:buNone/>
              <a:defRPr/>
            </a:lvl5pPr>
            <a:lvl6pPr lvl="5" rtl="0">
              <a:spcBef>
                <a:spcPts val="400"/>
              </a:spcBef>
              <a:spcAft>
                <a:spcPts val="0"/>
              </a:spcAft>
              <a:buSzPts val="2200"/>
              <a:buNone/>
              <a:defRPr/>
            </a:lvl6pPr>
            <a:lvl7pPr lvl="6" rtl="0">
              <a:spcBef>
                <a:spcPts val="400"/>
              </a:spcBef>
              <a:spcAft>
                <a:spcPts val="0"/>
              </a:spcAft>
              <a:buSzPts val="22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2200"/>
              <a:buNone/>
              <a:defRPr/>
            </a:lvl8pPr>
            <a:lvl9pPr lvl="8" rtl="0">
              <a:spcBef>
                <a:spcPts val="40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pPr marL="457200" marR="0" lvl="0" indent="-368300" algn="ctr" defTabSz="914400" rtl="0" eaLnBrk="1" fontAlgn="auto" latinLnBrk="0" hangingPunct="1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550"/>
              <a:tabLst/>
              <a:defRPr/>
            </a:pPr>
            <a:r>
              <a:rPr lang="en-US" dirty="0"/>
              <a:t>Content3, 250, str</a:t>
            </a:r>
          </a:p>
        </p:txBody>
      </p:sp>
      <p:sp>
        <p:nvSpPr>
          <p:cNvPr id="68" name="Google Shape;68;p6"/>
          <p:cNvSpPr txBox="1">
            <a:spLocks noGrp="1"/>
          </p:cNvSpPr>
          <p:nvPr>
            <p:ph type="subTitle" idx="8" hasCustomPrompt="1"/>
          </p:nvPr>
        </p:nvSpPr>
        <p:spPr>
          <a:xfrm>
            <a:off x="1017425" y="6967469"/>
            <a:ext cx="1498800" cy="981624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>
            <a:lvl1pPr marL="88900" lvl="0" indent="0" rtl="0">
              <a:spcBef>
                <a:spcPts val="640"/>
              </a:spcBef>
              <a:spcAft>
                <a:spcPts val="0"/>
              </a:spcAft>
              <a:buSzPts val="3050"/>
              <a:buFont typeface="Arial" panose="020B0604020202020204" pitchFamily="34" charset="0"/>
              <a:buNone/>
              <a:defRPr sz="2000" b="1">
                <a:latin typeface="Zilla Slab"/>
                <a:ea typeface="Zilla Slab"/>
                <a:cs typeface="Zilla Slab"/>
                <a:sym typeface="Zilla Slab"/>
              </a:defRPr>
            </a:lvl1pPr>
            <a:lvl2pPr lvl="1" rtl="0">
              <a:spcBef>
                <a:spcPts val="560"/>
              </a:spcBef>
              <a:spcAft>
                <a:spcPts val="0"/>
              </a:spcAft>
              <a:buSzPts val="2200"/>
              <a:buNone/>
              <a:defRPr/>
            </a:lvl2pPr>
            <a:lvl3pPr lvl="2" rtl="0">
              <a:spcBef>
                <a:spcPts val="480"/>
              </a:spcBef>
              <a:spcAft>
                <a:spcPts val="0"/>
              </a:spcAft>
              <a:buSzPts val="2200"/>
              <a:buNone/>
              <a:defRPr/>
            </a:lvl3pPr>
            <a:lvl4pPr lvl="3" rtl="0">
              <a:spcBef>
                <a:spcPts val="400"/>
              </a:spcBef>
              <a:spcAft>
                <a:spcPts val="0"/>
              </a:spcAft>
              <a:buSzPts val="2200"/>
              <a:buNone/>
              <a:defRPr/>
            </a:lvl4pPr>
            <a:lvl5pPr lvl="4" rtl="0">
              <a:spcBef>
                <a:spcPts val="400"/>
              </a:spcBef>
              <a:spcAft>
                <a:spcPts val="0"/>
              </a:spcAft>
              <a:buSzPts val="2200"/>
              <a:buNone/>
              <a:defRPr/>
            </a:lvl5pPr>
            <a:lvl6pPr lvl="5" rtl="0">
              <a:spcBef>
                <a:spcPts val="400"/>
              </a:spcBef>
              <a:spcAft>
                <a:spcPts val="0"/>
              </a:spcAft>
              <a:buSzPts val="2200"/>
              <a:buNone/>
              <a:defRPr/>
            </a:lvl6pPr>
            <a:lvl7pPr lvl="6" rtl="0">
              <a:spcBef>
                <a:spcPts val="400"/>
              </a:spcBef>
              <a:spcAft>
                <a:spcPts val="0"/>
              </a:spcAft>
              <a:buSzPts val="22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2200"/>
              <a:buNone/>
              <a:defRPr/>
            </a:lvl8pPr>
            <a:lvl9pPr lvl="8" rtl="0">
              <a:spcBef>
                <a:spcPts val="40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pPr marL="457200" marR="0" lvl="0" indent="-368300" algn="ctr" defTabSz="914400" rtl="0" eaLnBrk="1" fontAlgn="auto" latinLnBrk="0" hangingPunct="1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050"/>
              <a:tabLst/>
              <a:defRPr/>
            </a:pPr>
            <a:r>
              <a:rPr lang="en-US" dirty="0"/>
              <a:t>Header4, 15, str</a:t>
            </a:r>
          </a:p>
        </p:txBody>
      </p:sp>
      <p:sp>
        <p:nvSpPr>
          <p:cNvPr id="69" name="Google Shape;69;p6"/>
          <p:cNvSpPr txBox="1">
            <a:spLocks noGrp="1"/>
          </p:cNvSpPr>
          <p:nvPr>
            <p:ph type="subTitle" idx="9" hasCustomPrompt="1"/>
          </p:nvPr>
        </p:nvSpPr>
        <p:spPr>
          <a:xfrm>
            <a:off x="2965750" y="6843905"/>
            <a:ext cx="7251900" cy="1194254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>
            <a:lvl1pPr marL="88900" lvl="0" indent="0" rtl="0">
              <a:spcBef>
                <a:spcPts val="640"/>
              </a:spcBef>
              <a:spcAft>
                <a:spcPts val="0"/>
              </a:spcAft>
              <a:buSzPts val="2550"/>
              <a:buFont typeface="Arial" panose="020B0604020202020204" pitchFamily="34" charset="0"/>
              <a:buNone/>
              <a:defRPr sz="2000"/>
            </a:lvl1pPr>
            <a:lvl2pPr lvl="1" rtl="0">
              <a:spcBef>
                <a:spcPts val="560"/>
              </a:spcBef>
              <a:spcAft>
                <a:spcPts val="0"/>
              </a:spcAft>
              <a:buSzPts val="2200"/>
              <a:buNone/>
              <a:defRPr/>
            </a:lvl2pPr>
            <a:lvl3pPr lvl="2" rtl="0">
              <a:spcBef>
                <a:spcPts val="480"/>
              </a:spcBef>
              <a:spcAft>
                <a:spcPts val="0"/>
              </a:spcAft>
              <a:buSzPts val="2200"/>
              <a:buNone/>
              <a:defRPr/>
            </a:lvl3pPr>
            <a:lvl4pPr lvl="3" rtl="0">
              <a:spcBef>
                <a:spcPts val="400"/>
              </a:spcBef>
              <a:spcAft>
                <a:spcPts val="0"/>
              </a:spcAft>
              <a:buSzPts val="2200"/>
              <a:buNone/>
              <a:defRPr/>
            </a:lvl4pPr>
            <a:lvl5pPr lvl="4" rtl="0">
              <a:spcBef>
                <a:spcPts val="400"/>
              </a:spcBef>
              <a:spcAft>
                <a:spcPts val="0"/>
              </a:spcAft>
              <a:buSzPts val="2200"/>
              <a:buNone/>
              <a:defRPr/>
            </a:lvl5pPr>
            <a:lvl6pPr lvl="5" rtl="0">
              <a:spcBef>
                <a:spcPts val="400"/>
              </a:spcBef>
              <a:spcAft>
                <a:spcPts val="0"/>
              </a:spcAft>
              <a:buSzPts val="2200"/>
              <a:buNone/>
              <a:defRPr/>
            </a:lvl6pPr>
            <a:lvl7pPr lvl="6" rtl="0">
              <a:spcBef>
                <a:spcPts val="400"/>
              </a:spcBef>
              <a:spcAft>
                <a:spcPts val="0"/>
              </a:spcAft>
              <a:buSzPts val="22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2200"/>
              <a:buNone/>
              <a:defRPr/>
            </a:lvl8pPr>
            <a:lvl9pPr lvl="8" rtl="0">
              <a:spcBef>
                <a:spcPts val="40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pPr marL="457200" marR="0" lvl="0" indent="-368300" algn="ctr" defTabSz="914400" rtl="0" eaLnBrk="1" fontAlgn="auto" latinLnBrk="0" hangingPunct="1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550"/>
              <a:tabLst/>
              <a:defRPr/>
            </a:pPr>
            <a:r>
              <a:rPr lang="en-US" dirty="0"/>
              <a:t>Content4, 250, str</a:t>
            </a:r>
          </a:p>
        </p:txBody>
      </p:sp>
      <p:sp>
        <p:nvSpPr>
          <p:cNvPr id="70" name="Google Shape;70;p6"/>
          <p:cNvSpPr txBox="1">
            <a:spLocks noGrp="1"/>
          </p:cNvSpPr>
          <p:nvPr>
            <p:ph type="subTitle" idx="13" hasCustomPrompt="1"/>
          </p:nvPr>
        </p:nvSpPr>
        <p:spPr>
          <a:xfrm>
            <a:off x="1017425" y="8924776"/>
            <a:ext cx="1498800" cy="981624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>
            <a:lvl1pPr marL="88900" lvl="0" indent="0" rtl="0">
              <a:spcBef>
                <a:spcPts val="640"/>
              </a:spcBef>
              <a:spcAft>
                <a:spcPts val="0"/>
              </a:spcAft>
              <a:buSzPts val="3050"/>
              <a:buFont typeface="Arial" panose="020B0604020202020204" pitchFamily="34" charset="0"/>
              <a:buNone/>
              <a:defRPr sz="2000" b="1">
                <a:latin typeface="Zilla Slab"/>
                <a:ea typeface="Zilla Slab"/>
                <a:cs typeface="Zilla Slab"/>
                <a:sym typeface="Zilla Slab"/>
              </a:defRPr>
            </a:lvl1pPr>
            <a:lvl2pPr lvl="1" rtl="0">
              <a:spcBef>
                <a:spcPts val="560"/>
              </a:spcBef>
              <a:spcAft>
                <a:spcPts val="0"/>
              </a:spcAft>
              <a:buSzPts val="2200"/>
              <a:buNone/>
              <a:defRPr/>
            </a:lvl2pPr>
            <a:lvl3pPr lvl="2" rtl="0">
              <a:spcBef>
                <a:spcPts val="480"/>
              </a:spcBef>
              <a:spcAft>
                <a:spcPts val="0"/>
              </a:spcAft>
              <a:buSzPts val="2200"/>
              <a:buNone/>
              <a:defRPr/>
            </a:lvl3pPr>
            <a:lvl4pPr lvl="3" rtl="0">
              <a:spcBef>
                <a:spcPts val="400"/>
              </a:spcBef>
              <a:spcAft>
                <a:spcPts val="0"/>
              </a:spcAft>
              <a:buSzPts val="2200"/>
              <a:buNone/>
              <a:defRPr/>
            </a:lvl4pPr>
            <a:lvl5pPr lvl="4" rtl="0">
              <a:spcBef>
                <a:spcPts val="400"/>
              </a:spcBef>
              <a:spcAft>
                <a:spcPts val="0"/>
              </a:spcAft>
              <a:buSzPts val="2200"/>
              <a:buNone/>
              <a:defRPr/>
            </a:lvl5pPr>
            <a:lvl6pPr lvl="5" rtl="0">
              <a:spcBef>
                <a:spcPts val="400"/>
              </a:spcBef>
              <a:spcAft>
                <a:spcPts val="0"/>
              </a:spcAft>
              <a:buSzPts val="2200"/>
              <a:buNone/>
              <a:defRPr/>
            </a:lvl6pPr>
            <a:lvl7pPr lvl="6" rtl="0">
              <a:spcBef>
                <a:spcPts val="400"/>
              </a:spcBef>
              <a:spcAft>
                <a:spcPts val="0"/>
              </a:spcAft>
              <a:buSzPts val="22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2200"/>
              <a:buNone/>
              <a:defRPr/>
            </a:lvl8pPr>
            <a:lvl9pPr lvl="8" rtl="0">
              <a:spcBef>
                <a:spcPts val="40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pPr marL="457200" marR="0" lvl="0" indent="-368300" algn="ctr" defTabSz="914400" rtl="0" eaLnBrk="1" fontAlgn="auto" latinLnBrk="0" hangingPunct="1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050"/>
              <a:tabLst/>
              <a:defRPr/>
            </a:pPr>
            <a:r>
              <a:rPr lang="en-US" dirty="0"/>
              <a:t>Header5, 15, str</a:t>
            </a:r>
          </a:p>
        </p:txBody>
      </p:sp>
      <p:sp>
        <p:nvSpPr>
          <p:cNvPr id="71" name="Google Shape;71;p6"/>
          <p:cNvSpPr txBox="1">
            <a:spLocks noGrp="1"/>
          </p:cNvSpPr>
          <p:nvPr>
            <p:ph type="subTitle" idx="14" hasCustomPrompt="1"/>
          </p:nvPr>
        </p:nvSpPr>
        <p:spPr>
          <a:xfrm>
            <a:off x="2965750" y="8801212"/>
            <a:ext cx="7251900" cy="1194254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>
            <a:lvl1pPr marL="88900" lvl="0" indent="0" rtl="0">
              <a:spcBef>
                <a:spcPts val="640"/>
              </a:spcBef>
              <a:spcAft>
                <a:spcPts val="0"/>
              </a:spcAft>
              <a:buSzPts val="2550"/>
              <a:buFont typeface="Arial" panose="020B0604020202020204" pitchFamily="34" charset="0"/>
              <a:buNone/>
              <a:defRPr sz="2000"/>
            </a:lvl1pPr>
            <a:lvl2pPr lvl="1" rtl="0">
              <a:spcBef>
                <a:spcPts val="560"/>
              </a:spcBef>
              <a:spcAft>
                <a:spcPts val="0"/>
              </a:spcAft>
              <a:buSzPts val="2200"/>
              <a:buNone/>
              <a:defRPr/>
            </a:lvl2pPr>
            <a:lvl3pPr lvl="2" rtl="0">
              <a:spcBef>
                <a:spcPts val="480"/>
              </a:spcBef>
              <a:spcAft>
                <a:spcPts val="0"/>
              </a:spcAft>
              <a:buSzPts val="2200"/>
              <a:buNone/>
              <a:defRPr/>
            </a:lvl3pPr>
            <a:lvl4pPr lvl="3" rtl="0">
              <a:spcBef>
                <a:spcPts val="400"/>
              </a:spcBef>
              <a:spcAft>
                <a:spcPts val="0"/>
              </a:spcAft>
              <a:buSzPts val="2200"/>
              <a:buNone/>
              <a:defRPr/>
            </a:lvl4pPr>
            <a:lvl5pPr lvl="4" rtl="0">
              <a:spcBef>
                <a:spcPts val="400"/>
              </a:spcBef>
              <a:spcAft>
                <a:spcPts val="0"/>
              </a:spcAft>
              <a:buSzPts val="2200"/>
              <a:buNone/>
              <a:defRPr/>
            </a:lvl5pPr>
            <a:lvl6pPr lvl="5" rtl="0">
              <a:spcBef>
                <a:spcPts val="400"/>
              </a:spcBef>
              <a:spcAft>
                <a:spcPts val="0"/>
              </a:spcAft>
              <a:buSzPts val="2200"/>
              <a:buNone/>
              <a:defRPr/>
            </a:lvl6pPr>
            <a:lvl7pPr lvl="6" rtl="0">
              <a:spcBef>
                <a:spcPts val="400"/>
              </a:spcBef>
              <a:spcAft>
                <a:spcPts val="0"/>
              </a:spcAft>
              <a:buSzPts val="22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2200"/>
              <a:buNone/>
              <a:defRPr/>
            </a:lvl8pPr>
            <a:lvl9pPr lvl="8" rtl="0">
              <a:spcBef>
                <a:spcPts val="40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pPr marL="457200" marR="0" lvl="0" indent="-368300" algn="ctr" defTabSz="914400" rtl="0" eaLnBrk="1" fontAlgn="auto" latinLnBrk="0" hangingPunct="1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550"/>
              <a:tabLst/>
              <a:defRPr/>
            </a:pPr>
            <a:r>
              <a:rPr lang="en-US" dirty="0"/>
              <a:t>Content5, 250, str</a:t>
            </a:r>
          </a:p>
        </p:txBody>
      </p:sp>
      <p:cxnSp>
        <p:nvCxnSpPr>
          <p:cNvPr id="72" name="Google Shape;72;p6"/>
          <p:cNvCxnSpPr/>
          <p:nvPr/>
        </p:nvCxnSpPr>
        <p:spPr>
          <a:xfrm>
            <a:off x="692754" y="2668289"/>
            <a:ext cx="9255900" cy="12300"/>
          </a:xfrm>
          <a:prstGeom prst="straightConnector1">
            <a:avLst/>
          </a:prstGeom>
          <a:noFill/>
          <a:ln w="38100" cap="flat" cmpd="sng">
            <a:solidFill>
              <a:srgbClr val="73D48B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3" name="Google Shape;73;p6"/>
          <p:cNvCxnSpPr/>
          <p:nvPr/>
        </p:nvCxnSpPr>
        <p:spPr>
          <a:xfrm>
            <a:off x="692754" y="4565769"/>
            <a:ext cx="9255900" cy="12300"/>
          </a:xfrm>
          <a:prstGeom prst="straightConnector1">
            <a:avLst/>
          </a:prstGeom>
          <a:noFill/>
          <a:ln w="38100" cap="flat" cmpd="sng">
            <a:solidFill>
              <a:srgbClr val="73D48B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4" name="Google Shape;74;p6"/>
          <p:cNvCxnSpPr/>
          <p:nvPr/>
        </p:nvCxnSpPr>
        <p:spPr>
          <a:xfrm>
            <a:off x="692754" y="6463249"/>
            <a:ext cx="9255900" cy="12300"/>
          </a:xfrm>
          <a:prstGeom prst="straightConnector1">
            <a:avLst/>
          </a:prstGeom>
          <a:noFill/>
          <a:ln w="38100" cap="flat" cmpd="sng">
            <a:solidFill>
              <a:srgbClr val="73D48B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5" name="Google Shape;75;p6"/>
          <p:cNvCxnSpPr/>
          <p:nvPr/>
        </p:nvCxnSpPr>
        <p:spPr>
          <a:xfrm>
            <a:off x="692754" y="8360729"/>
            <a:ext cx="9255900" cy="12300"/>
          </a:xfrm>
          <a:prstGeom prst="straightConnector1">
            <a:avLst/>
          </a:prstGeom>
          <a:noFill/>
          <a:ln w="38100" cap="flat" cmpd="sng">
            <a:solidFill>
              <a:srgbClr val="73D48B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4" preserve="1" userDrawn="1">
  <p:cSld name="1_Custom Layout 4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69;p13">
            <a:extLst>
              <a:ext uri="{FF2B5EF4-FFF2-40B4-BE49-F238E27FC236}">
                <a16:creationId xmlns:a16="http://schemas.microsoft.com/office/drawing/2014/main" id="{41B9D3A2-03BE-62BE-1D36-1F7CD24C3F92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1941" t="1233" b="13725"/>
          <a:stretch/>
        </p:blipFill>
        <p:spPr>
          <a:xfrm>
            <a:off x="2239671" y="0"/>
            <a:ext cx="16152599" cy="933864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" name="Google Shape;170;p13">
            <a:extLst>
              <a:ext uri="{FF2B5EF4-FFF2-40B4-BE49-F238E27FC236}">
                <a16:creationId xmlns:a16="http://schemas.microsoft.com/office/drawing/2014/main" id="{D2BD8A4B-BC16-8F13-9EA3-940FD79412B0}"/>
              </a:ext>
            </a:extLst>
          </p:cNvPr>
          <p:cNvGrpSpPr/>
          <p:nvPr userDrawn="1"/>
        </p:nvGrpSpPr>
        <p:grpSpPr>
          <a:xfrm>
            <a:off x="713625" y="5777123"/>
            <a:ext cx="11412267" cy="4653081"/>
            <a:chOff x="2" y="74893"/>
            <a:chExt cx="3005700" cy="1225502"/>
          </a:xfrm>
        </p:grpSpPr>
        <p:sp>
          <p:nvSpPr>
            <p:cNvPr id="4" name="Google Shape;171;p13">
              <a:extLst>
                <a:ext uri="{FF2B5EF4-FFF2-40B4-BE49-F238E27FC236}">
                  <a16:creationId xmlns:a16="http://schemas.microsoft.com/office/drawing/2014/main" id="{BD12889E-4A6F-305D-5E38-1DAB5441843C}"/>
                </a:ext>
              </a:extLst>
            </p:cNvPr>
            <p:cNvSpPr/>
            <p:nvPr/>
          </p:nvSpPr>
          <p:spPr>
            <a:xfrm>
              <a:off x="2" y="74979"/>
              <a:ext cx="3005683" cy="1225417"/>
            </a:xfrm>
            <a:custGeom>
              <a:avLst/>
              <a:gdLst/>
              <a:ahLst/>
              <a:cxnLst/>
              <a:rect l="l" t="t" r="r" b="b"/>
              <a:pathLst>
                <a:path w="3005683" h="1300177" extrusionOk="0">
                  <a:moveTo>
                    <a:pt x="0" y="0"/>
                  </a:moveTo>
                  <a:lnTo>
                    <a:pt x="3005683" y="0"/>
                  </a:lnTo>
                  <a:lnTo>
                    <a:pt x="3005683" y="1300177"/>
                  </a:lnTo>
                  <a:lnTo>
                    <a:pt x="0" y="130017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Google Shape;172;p13">
              <a:extLst>
                <a:ext uri="{FF2B5EF4-FFF2-40B4-BE49-F238E27FC236}">
                  <a16:creationId xmlns:a16="http://schemas.microsoft.com/office/drawing/2014/main" id="{67E78EE3-70F4-1A81-1C87-EB8E502BC069}"/>
                </a:ext>
              </a:extLst>
            </p:cNvPr>
            <p:cNvSpPr txBox="1"/>
            <p:nvPr/>
          </p:nvSpPr>
          <p:spPr>
            <a:xfrm>
              <a:off x="2" y="74893"/>
              <a:ext cx="3005700" cy="1225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200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" name="Google Shape;173;p13">
            <a:extLst>
              <a:ext uri="{FF2B5EF4-FFF2-40B4-BE49-F238E27FC236}">
                <a16:creationId xmlns:a16="http://schemas.microsoft.com/office/drawing/2014/main" id="{605D66C9-FE93-0611-6E0B-A0BEDF3F634F}"/>
              </a:ext>
            </a:extLst>
          </p:cNvPr>
          <p:cNvSpPr/>
          <p:nvPr userDrawn="1"/>
        </p:nvSpPr>
        <p:spPr>
          <a:xfrm>
            <a:off x="1815543" y="3929736"/>
            <a:ext cx="1643992" cy="2348560"/>
          </a:xfrm>
          <a:custGeom>
            <a:avLst/>
            <a:gdLst/>
            <a:ahLst/>
            <a:cxnLst/>
            <a:rect l="l" t="t" r="r" b="b"/>
            <a:pathLst>
              <a:path w="1643992" h="2348560" extrusionOk="0">
                <a:moveTo>
                  <a:pt x="0" y="0"/>
                </a:moveTo>
                <a:lnTo>
                  <a:pt x="1643993" y="0"/>
                </a:lnTo>
                <a:lnTo>
                  <a:pt x="1643993" y="2348560"/>
                </a:lnTo>
                <a:lnTo>
                  <a:pt x="0" y="23485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Google Shape;174;p13">
            <a:extLst>
              <a:ext uri="{FF2B5EF4-FFF2-40B4-BE49-F238E27FC236}">
                <a16:creationId xmlns:a16="http://schemas.microsoft.com/office/drawing/2014/main" id="{771416BF-7011-21E9-7913-43617AC4F1F5}"/>
              </a:ext>
            </a:extLst>
          </p:cNvPr>
          <p:cNvSpPr/>
          <p:nvPr userDrawn="1"/>
        </p:nvSpPr>
        <p:spPr>
          <a:xfrm>
            <a:off x="9379900" y="3929736"/>
            <a:ext cx="1643992" cy="2348560"/>
          </a:xfrm>
          <a:custGeom>
            <a:avLst/>
            <a:gdLst/>
            <a:ahLst/>
            <a:cxnLst/>
            <a:rect l="l" t="t" r="r" b="b"/>
            <a:pathLst>
              <a:path w="1643992" h="2348560" extrusionOk="0">
                <a:moveTo>
                  <a:pt x="0" y="0"/>
                </a:moveTo>
                <a:lnTo>
                  <a:pt x="1643992" y="0"/>
                </a:lnTo>
                <a:lnTo>
                  <a:pt x="1643992" y="2348560"/>
                </a:lnTo>
                <a:lnTo>
                  <a:pt x="0" y="23485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Google Shape;26;p4">
            <a:extLst>
              <a:ext uri="{FF2B5EF4-FFF2-40B4-BE49-F238E27FC236}">
                <a16:creationId xmlns:a16="http://schemas.microsoft.com/office/drawing/2014/main" id="{2E3A3005-63CF-A6D0-0432-2954EA3622FB}"/>
              </a:ext>
            </a:extLst>
          </p:cNvPr>
          <p:cNvSpPr txBox="1">
            <a:spLocks noGrp="1"/>
          </p:cNvSpPr>
          <p:nvPr>
            <p:ph type="body" idx="1" hasCustomPrompt="1"/>
          </p:nvPr>
        </p:nvSpPr>
        <p:spPr>
          <a:xfrm>
            <a:off x="1199724" y="6738229"/>
            <a:ext cx="10560475" cy="346980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>
            <a:lvl1pPr marL="88900" lvl="0" indent="0" algn="just">
              <a:spcBef>
                <a:spcPts val="640"/>
              </a:spcBef>
              <a:spcAft>
                <a:spcPts val="0"/>
              </a:spcAft>
              <a:buSzPts val="2200"/>
              <a:buNone/>
              <a:defRPr/>
            </a:lvl1pPr>
            <a:lvl2pPr marL="914400" lvl="1" indent="-368300">
              <a:spcBef>
                <a:spcPts val="560"/>
              </a:spcBef>
              <a:spcAft>
                <a:spcPts val="0"/>
              </a:spcAft>
              <a:buSzPts val="2200"/>
              <a:buChar char="–"/>
              <a:defRPr/>
            </a:lvl2pPr>
            <a:lvl3pPr marL="1371600" lvl="2" indent="-368300">
              <a:spcBef>
                <a:spcPts val="480"/>
              </a:spcBef>
              <a:spcAft>
                <a:spcPts val="0"/>
              </a:spcAft>
              <a:buSzPts val="2200"/>
              <a:buChar char="•"/>
              <a:defRPr/>
            </a:lvl3pPr>
            <a:lvl4pPr marL="1828800" lvl="3" indent="-368300">
              <a:spcBef>
                <a:spcPts val="400"/>
              </a:spcBef>
              <a:spcAft>
                <a:spcPts val="0"/>
              </a:spcAft>
              <a:buSzPts val="2200"/>
              <a:buChar char="–"/>
              <a:defRPr/>
            </a:lvl4pPr>
            <a:lvl5pPr marL="2286000" lvl="4" indent="-368300">
              <a:spcBef>
                <a:spcPts val="400"/>
              </a:spcBef>
              <a:spcAft>
                <a:spcPts val="0"/>
              </a:spcAft>
              <a:buSzPts val="2200"/>
              <a:buChar char="»"/>
              <a:defRPr/>
            </a:lvl5pPr>
            <a:lvl6pPr marL="2743200" lvl="5" indent="-368300">
              <a:spcBef>
                <a:spcPts val="400"/>
              </a:spcBef>
              <a:spcAft>
                <a:spcPts val="0"/>
              </a:spcAft>
              <a:buSzPts val="2200"/>
              <a:buChar char="•"/>
              <a:defRPr/>
            </a:lvl6pPr>
            <a:lvl7pPr marL="3200400" lvl="6" indent="-368300">
              <a:spcBef>
                <a:spcPts val="400"/>
              </a:spcBef>
              <a:spcAft>
                <a:spcPts val="0"/>
              </a:spcAft>
              <a:buSzPts val="2200"/>
              <a:buChar char="•"/>
              <a:defRPr/>
            </a:lvl7pPr>
            <a:lvl8pPr marL="3657600" lvl="7" indent="-368300">
              <a:spcBef>
                <a:spcPts val="400"/>
              </a:spcBef>
              <a:spcAft>
                <a:spcPts val="0"/>
              </a:spcAft>
              <a:buSzPts val="2200"/>
              <a:buChar char="•"/>
              <a:defRPr/>
            </a:lvl8pPr>
            <a:lvl9pPr marL="4114800" lvl="8" indent="-368300">
              <a:spcBef>
                <a:spcPts val="400"/>
              </a:spcBef>
              <a:spcAft>
                <a:spcPts val="0"/>
              </a:spcAft>
              <a:buSzPts val="2200"/>
              <a:buChar char="•"/>
              <a:defRPr/>
            </a:lvl9pPr>
          </a:lstStyle>
          <a:p>
            <a:r>
              <a:rPr lang="en-US" dirty="0"/>
              <a:t>Content, 450, str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33553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4" preserve="1" userDrawn="1">
  <p:cSld name="1_Custom Layout 4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oogle Shape;180;p14">
            <a:extLst>
              <a:ext uri="{FF2B5EF4-FFF2-40B4-BE49-F238E27FC236}">
                <a16:creationId xmlns:a16="http://schemas.microsoft.com/office/drawing/2014/main" id="{9DB0478D-7388-6A1B-DAA5-4BD45B24075F}"/>
              </a:ext>
            </a:extLst>
          </p:cNvPr>
          <p:cNvGrpSpPr/>
          <p:nvPr userDrawn="1"/>
        </p:nvGrpSpPr>
        <p:grpSpPr>
          <a:xfrm>
            <a:off x="244759" y="3128051"/>
            <a:ext cx="9956472" cy="7570827"/>
            <a:chOff x="0" y="-95250"/>
            <a:chExt cx="2992983" cy="2275842"/>
          </a:xfrm>
        </p:grpSpPr>
        <p:sp>
          <p:nvSpPr>
            <p:cNvPr id="10" name="Google Shape;181;p14">
              <a:extLst>
                <a:ext uri="{FF2B5EF4-FFF2-40B4-BE49-F238E27FC236}">
                  <a16:creationId xmlns:a16="http://schemas.microsoft.com/office/drawing/2014/main" id="{133F8849-1E4B-9A42-AF6B-1239969C817F}"/>
                </a:ext>
              </a:extLst>
            </p:cNvPr>
            <p:cNvSpPr/>
            <p:nvPr/>
          </p:nvSpPr>
          <p:spPr>
            <a:xfrm>
              <a:off x="0" y="0"/>
              <a:ext cx="2992983" cy="2180592"/>
            </a:xfrm>
            <a:custGeom>
              <a:avLst/>
              <a:gdLst/>
              <a:ahLst/>
              <a:cxnLst/>
              <a:rect l="l" t="t" r="r" b="b"/>
              <a:pathLst>
                <a:path w="2992983" h="2180592" extrusionOk="0">
                  <a:moveTo>
                    <a:pt x="0" y="0"/>
                  </a:moveTo>
                  <a:lnTo>
                    <a:pt x="2992983" y="0"/>
                  </a:lnTo>
                  <a:lnTo>
                    <a:pt x="2992983" y="2180592"/>
                  </a:lnTo>
                  <a:lnTo>
                    <a:pt x="0" y="2180592"/>
                  </a:lnTo>
                  <a:close/>
                </a:path>
              </a:pathLst>
            </a:custGeom>
            <a:solidFill>
              <a:srgbClr val="73D48B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Google Shape;182;p14">
              <a:extLst>
                <a:ext uri="{FF2B5EF4-FFF2-40B4-BE49-F238E27FC236}">
                  <a16:creationId xmlns:a16="http://schemas.microsoft.com/office/drawing/2014/main" id="{ADB22E13-6856-AE1D-5E2B-94546806FE1F}"/>
                </a:ext>
              </a:extLst>
            </p:cNvPr>
            <p:cNvSpPr txBox="1"/>
            <p:nvPr/>
          </p:nvSpPr>
          <p:spPr>
            <a:xfrm>
              <a:off x="0" y="-95250"/>
              <a:ext cx="2992983" cy="22758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200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" name="Google Shape;183;p14">
            <a:extLst>
              <a:ext uri="{FF2B5EF4-FFF2-40B4-BE49-F238E27FC236}">
                <a16:creationId xmlns:a16="http://schemas.microsoft.com/office/drawing/2014/main" id="{31A6D13D-E41D-31F7-C132-26AAAE31A228}"/>
              </a:ext>
            </a:extLst>
          </p:cNvPr>
          <p:cNvGrpSpPr/>
          <p:nvPr userDrawn="1"/>
        </p:nvGrpSpPr>
        <p:grpSpPr>
          <a:xfrm>
            <a:off x="0" y="2394506"/>
            <a:ext cx="9956472" cy="7892494"/>
            <a:chOff x="0" y="-95250"/>
            <a:chExt cx="2992983" cy="2372537"/>
          </a:xfrm>
        </p:grpSpPr>
        <p:sp>
          <p:nvSpPr>
            <p:cNvPr id="13" name="Google Shape;184;p14">
              <a:extLst>
                <a:ext uri="{FF2B5EF4-FFF2-40B4-BE49-F238E27FC236}">
                  <a16:creationId xmlns:a16="http://schemas.microsoft.com/office/drawing/2014/main" id="{5D066683-52D4-98D2-9F58-8429FF724390}"/>
                </a:ext>
              </a:extLst>
            </p:cNvPr>
            <p:cNvSpPr/>
            <p:nvPr/>
          </p:nvSpPr>
          <p:spPr>
            <a:xfrm>
              <a:off x="0" y="0"/>
              <a:ext cx="2992983" cy="2277287"/>
            </a:xfrm>
            <a:custGeom>
              <a:avLst/>
              <a:gdLst/>
              <a:ahLst/>
              <a:cxnLst/>
              <a:rect l="l" t="t" r="r" b="b"/>
              <a:pathLst>
                <a:path w="2992983" h="2277287" extrusionOk="0">
                  <a:moveTo>
                    <a:pt x="0" y="0"/>
                  </a:moveTo>
                  <a:lnTo>
                    <a:pt x="2992983" y="0"/>
                  </a:lnTo>
                  <a:lnTo>
                    <a:pt x="2992983" y="2277287"/>
                  </a:lnTo>
                  <a:lnTo>
                    <a:pt x="0" y="227728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Google Shape;185;p14">
              <a:extLst>
                <a:ext uri="{FF2B5EF4-FFF2-40B4-BE49-F238E27FC236}">
                  <a16:creationId xmlns:a16="http://schemas.microsoft.com/office/drawing/2014/main" id="{52062D70-9E97-0D1C-204A-F61EF1C20E51}"/>
                </a:ext>
              </a:extLst>
            </p:cNvPr>
            <p:cNvSpPr txBox="1"/>
            <p:nvPr/>
          </p:nvSpPr>
          <p:spPr>
            <a:xfrm>
              <a:off x="0" y="-95250"/>
              <a:ext cx="2992983" cy="237253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200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" name="Google Shape;186;p14">
            <a:extLst>
              <a:ext uri="{FF2B5EF4-FFF2-40B4-BE49-F238E27FC236}">
                <a16:creationId xmlns:a16="http://schemas.microsoft.com/office/drawing/2014/main" id="{43429734-BF47-4DB6-4DA6-8EFC798CFD3E}"/>
              </a:ext>
            </a:extLst>
          </p:cNvPr>
          <p:cNvSpPr/>
          <p:nvPr userDrawn="1"/>
        </p:nvSpPr>
        <p:spPr>
          <a:xfrm>
            <a:off x="11227975" y="4502025"/>
            <a:ext cx="7063440" cy="5784309"/>
          </a:xfrm>
          <a:custGeom>
            <a:avLst/>
            <a:gdLst/>
            <a:ahLst/>
            <a:cxnLst/>
            <a:rect l="l" t="t" r="r" b="b"/>
            <a:pathLst>
              <a:path w="2992983" h="2277287" extrusionOk="0">
                <a:moveTo>
                  <a:pt x="0" y="0"/>
                </a:moveTo>
                <a:lnTo>
                  <a:pt x="2992983" y="0"/>
                </a:lnTo>
                <a:lnTo>
                  <a:pt x="2992983" y="2277287"/>
                </a:lnTo>
                <a:lnTo>
                  <a:pt x="0" y="227728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18" name="Google Shape;189;p14">
            <a:extLst>
              <a:ext uri="{FF2B5EF4-FFF2-40B4-BE49-F238E27FC236}">
                <a16:creationId xmlns:a16="http://schemas.microsoft.com/office/drawing/2014/main" id="{45438BE5-27E6-0B7C-49F0-3D3B88A76A5D}"/>
              </a:ext>
            </a:extLst>
          </p:cNvPr>
          <p:cNvGrpSpPr/>
          <p:nvPr userDrawn="1"/>
        </p:nvGrpSpPr>
        <p:grpSpPr>
          <a:xfrm>
            <a:off x="3563411" y="1864148"/>
            <a:ext cx="2829651" cy="1377573"/>
            <a:chOff x="0" y="-422479"/>
            <a:chExt cx="3772868" cy="1836765"/>
          </a:xfrm>
        </p:grpSpPr>
        <p:grpSp>
          <p:nvGrpSpPr>
            <p:cNvPr id="19" name="Google Shape;190;p14">
              <a:extLst>
                <a:ext uri="{FF2B5EF4-FFF2-40B4-BE49-F238E27FC236}">
                  <a16:creationId xmlns:a16="http://schemas.microsoft.com/office/drawing/2014/main" id="{35F68EF8-0FB2-1CB5-2999-A39E9B165D2C}"/>
                </a:ext>
              </a:extLst>
            </p:cNvPr>
            <p:cNvGrpSpPr/>
            <p:nvPr/>
          </p:nvGrpSpPr>
          <p:grpSpPr>
            <a:xfrm>
              <a:off x="0" y="-422479"/>
              <a:ext cx="3772868" cy="1129622"/>
              <a:chOff x="0" y="-95250"/>
              <a:chExt cx="850612" cy="254679"/>
            </a:xfrm>
          </p:grpSpPr>
          <p:sp>
            <p:nvSpPr>
              <p:cNvPr id="23" name="Google Shape;191;p14">
                <a:extLst>
                  <a:ext uri="{FF2B5EF4-FFF2-40B4-BE49-F238E27FC236}">
                    <a16:creationId xmlns:a16="http://schemas.microsoft.com/office/drawing/2014/main" id="{DD63FF4F-FFE5-202D-A0BD-719FA77B6F94}"/>
                  </a:ext>
                </a:extLst>
              </p:cNvPr>
              <p:cNvSpPr/>
              <p:nvPr/>
            </p:nvSpPr>
            <p:spPr>
              <a:xfrm>
                <a:off x="0" y="0"/>
                <a:ext cx="850612" cy="159429"/>
              </a:xfrm>
              <a:custGeom>
                <a:avLst/>
                <a:gdLst/>
                <a:ahLst/>
                <a:cxnLst/>
                <a:rect l="l" t="t" r="r" b="b"/>
                <a:pathLst>
                  <a:path w="850612" h="159429" extrusionOk="0">
                    <a:moveTo>
                      <a:pt x="0" y="0"/>
                    </a:moveTo>
                    <a:lnTo>
                      <a:pt x="850612" y="0"/>
                    </a:lnTo>
                    <a:lnTo>
                      <a:pt x="850612" y="159429"/>
                    </a:lnTo>
                    <a:lnTo>
                      <a:pt x="0" y="159429"/>
                    </a:lnTo>
                    <a:close/>
                  </a:path>
                </a:pathLst>
              </a:custGeom>
              <a:solidFill>
                <a:srgbClr val="73D48B"/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Google Shape;192;p14">
                <a:extLst>
                  <a:ext uri="{FF2B5EF4-FFF2-40B4-BE49-F238E27FC236}">
                    <a16:creationId xmlns:a16="http://schemas.microsoft.com/office/drawing/2014/main" id="{F39580B7-8559-3DE2-6480-4628C64CD035}"/>
                  </a:ext>
                </a:extLst>
              </p:cNvPr>
              <p:cNvSpPr txBox="1"/>
              <p:nvPr/>
            </p:nvSpPr>
            <p:spPr>
              <a:xfrm>
                <a:off x="0" y="-95250"/>
                <a:ext cx="850612" cy="25467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200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" name="Google Shape;193;p14">
              <a:extLst>
                <a:ext uri="{FF2B5EF4-FFF2-40B4-BE49-F238E27FC236}">
                  <a16:creationId xmlns:a16="http://schemas.microsoft.com/office/drawing/2014/main" id="{DA987F47-0A5F-6E82-F03C-C128B14A5C13}"/>
                </a:ext>
              </a:extLst>
            </p:cNvPr>
            <p:cNvGrpSpPr/>
            <p:nvPr/>
          </p:nvGrpSpPr>
          <p:grpSpPr>
            <a:xfrm>
              <a:off x="0" y="284664"/>
              <a:ext cx="3772868" cy="1129622"/>
              <a:chOff x="0" y="-95250"/>
              <a:chExt cx="850612" cy="254679"/>
            </a:xfrm>
          </p:grpSpPr>
          <p:sp>
            <p:nvSpPr>
              <p:cNvPr id="21" name="Google Shape;194;p14">
                <a:extLst>
                  <a:ext uri="{FF2B5EF4-FFF2-40B4-BE49-F238E27FC236}">
                    <a16:creationId xmlns:a16="http://schemas.microsoft.com/office/drawing/2014/main" id="{9D89716D-9B12-0749-EE0C-DE684F4787F8}"/>
                  </a:ext>
                </a:extLst>
              </p:cNvPr>
              <p:cNvSpPr/>
              <p:nvPr/>
            </p:nvSpPr>
            <p:spPr>
              <a:xfrm>
                <a:off x="0" y="0"/>
                <a:ext cx="850612" cy="159429"/>
              </a:xfrm>
              <a:custGeom>
                <a:avLst/>
                <a:gdLst/>
                <a:ahLst/>
                <a:cxnLst/>
                <a:rect l="l" t="t" r="r" b="b"/>
                <a:pathLst>
                  <a:path w="850612" h="159429" extrusionOk="0">
                    <a:moveTo>
                      <a:pt x="0" y="0"/>
                    </a:moveTo>
                    <a:lnTo>
                      <a:pt x="850612" y="0"/>
                    </a:lnTo>
                    <a:lnTo>
                      <a:pt x="850612" y="159429"/>
                    </a:lnTo>
                    <a:lnTo>
                      <a:pt x="0" y="159429"/>
                    </a:lnTo>
                    <a:close/>
                  </a:path>
                </a:pathLst>
              </a:custGeom>
              <a:solidFill>
                <a:srgbClr val="73D48B">
                  <a:alpha val="49803"/>
                </a:srgbClr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Google Shape;195;p14">
                <a:extLst>
                  <a:ext uri="{FF2B5EF4-FFF2-40B4-BE49-F238E27FC236}">
                    <a16:creationId xmlns:a16="http://schemas.microsoft.com/office/drawing/2014/main" id="{BB21FFDB-AADA-A1DF-4197-0E29063FD702}"/>
                  </a:ext>
                </a:extLst>
              </p:cNvPr>
              <p:cNvSpPr txBox="1"/>
              <p:nvPr/>
            </p:nvSpPr>
            <p:spPr>
              <a:xfrm>
                <a:off x="0" y="-95250"/>
                <a:ext cx="850612" cy="25467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200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7" name="Google Shape;56;p6">
            <a:extLst>
              <a:ext uri="{FF2B5EF4-FFF2-40B4-BE49-F238E27FC236}">
                <a16:creationId xmlns:a16="http://schemas.microsoft.com/office/drawing/2014/main" id="{CB77F04E-D14B-33D6-A03C-E4050650CB22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8259294" y="266574"/>
            <a:ext cx="9607791" cy="317833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9100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Title, 70, str</a:t>
            </a:r>
            <a:endParaRPr dirty="0"/>
          </a:p>
        </p:txBody>
      </p:sp>
      <p:sp>
        <p:nvSpPr>
          <p:cNvPr id="28" name="Google Shape;26;p4">
            <a:extLst>
              <a:ext uri="{FF2B5EF4-FFF2-40B4-BE49-F238E27FC236}">
                <a16:creationId xmlns:a16="http://schemas.microsoft.com/office/drawing/2014/main" id="{B9076BDA-E953-572F-9314-A02985A872B7}"/>
              </a:ext>
            </a:extLst>
          </p:cNvPr>
          <p:cNvSpPr txBox="1">
            <a:spLocks noGrp="1"/>
          </p:cNvSpPr>
          <p:nvPr>
            <p:ph type="body" idx="1" hasCustomPrompt="1"/>
          </p:nvPr>
        </p:nvSpPr>
        <p:spPr>
          <a:xfrm>
            <a:off x="11591952" y="4838701"/>
            <a:ext cx="6275133" cy="518172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>
            <a:lvl1pPr marL="88900" lvl="0" indent="0" algn="just">
              <a:spcBef>
                <a:spcPts val="640"/>
              </a:spcBef>
              <a:spcAft>
                <a:spcPts val="0"/>
              </a:spcAft>
              <a:buSzPts val="2200"/>
              <a:buNone/>
              <a:defRPr/>
            </a:lvl1pPr>
            <a:lvl2pPr marL="914400" lvl="1" indent="-368300">
              <a:spcBef>
                <a:spcPts val="560"/>
              </a:spcBef>
              <a:spcAft>
                <a:spcPts val="0"/>
              </a:spcAft>
              <a:buSzPts val="2200"/>
              <a:buChar char="–"/>
              <a:defRPr/>
            </a:lvl2pPr>
            <a:lvl3pPr marL="1371600" lvl="2" indent="-368300">
              <a:spcBef>
                <a:spcPts val="480"/>
              </a:spcBef>
              <a:spcAft>
                <a:spcPts val="0"/>
              </a:spcAft>
              <a:buSzPts val="2200"/>
              <a:buChar char="•"/>
              <a:defRPr/>
            </a:lvl3pPr>
            <a:lvl4pPr marL="1828800" lvl="3" indent="-368300">
              <a:spcBef>
                <a:spcPts val="400"/>
              </a:spcBef>
              <a:spcAft>
                <a:spcPts val="0"/>
              </a:spcAft>
              <a:buSzPts val="2200"/>
              <a:buChar char="–"/>
              <a:defRPr/>
            </a:lvl4pPr>
            <a:lvl5pPr marL="2286000" lvl="4" indent="-368300">
              <a:spcBef>
                <a:spcPts val="400"/>
              </a:spcBef>
              <a:spcAft>
                <a:spcPts val="0"/>
              </a:spcAft>
              <a:buSzPts val="2200"/>
              <a:buChar char="»"/>
              <a:defRPr/>
            </a:lvl5pPr>
            <a:lvl6pPr marL="2743200" lvl="5" indent="-368300">
              <a:spcBef>
                <a:spcPts val="400"/>
              </a:spcBef>
              <a:spcAft>
                <a:spcPts val="0"/>
              </a:spcAft>
              <a:buSzPts val="2200"/>
              <a:buChar char="•"/>
              <a:defRPr/>
            </a:lvl6pPr>
            <a:lvl7pPr marL="3200400" lvl="6" indent="-368300">
              <a:spcBef>
                <a:spcPts val="400"/>
              </a:spcBef>
              <a:spcAft>
                <a:spcPts val="0"/>
              </a:spcAft>
              <a:buSzPts val="2200"/>
              <a:buChar char="•"/>
              <a:defRPr/>
            </a:lvl7pPr>
            <a:lvl8pPr marL="3657600" lvl="7" indent="-368300">
              <a:spcBef>
                <a:spcPts val="400"/>
              </a:spcBef>
              <a:spcAft>
                <a:spcPts val="0"/>
              </a:spcAft>
              <a:buSzPts val="2200"/>
              <a:buChar char="•"/>
              <a:defRPr/>
            </a:lvl8pPr>
            <a:lvl9pPr marL="4114800" lvl="8" indent="-368300">
              <a:spcBef>
                <a:spcPts val="400"/>
              </a:spcBef>
              <a:spcAft>
                <a:spcPts val="0"/>
              </a:spcAft>
              <a:buSzPts val="2200"/>
              <a:buChar char="•"/>
              <a:defRPr/>
            </a:lvl9pPr>
          </a:lstStyle>
          <a:p>
            <a:r>
              <a:rPr lang="en-US" dirty="0"/>
              <a:t>Content, 450, str</a:t>
            </a:r>
            <a:endParaRPr dirty="0"/>
          </a:p>
        </p:txBody>
      </p:sp>
      <p:sp>
        <p:nvSpPr>
          <p:cNvPr id="30" name="Content Placeholder 29">
            <a:extLst>
              <a:ext uri="{FF2B5EF4-FFF2-40B4-BE49-F238E27FC236}">
                <a16:creationId xmlns:a16="http://schemas.microsoft.com/office/drawing/2014/main" id="{4B3724FA-05FA-D5A6-538D-28E15B71123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95300" y="3581400"/>
            <a:ext cx="9048750" cy="6438900"/>
          </a:xfrm>
        </p:spPr>
        <p:txBody>
          <a:bodyPr/>
          <a:lstStyle>
            <a:lvl1pPr marL="88900" indent="0">
              <a:buNone/>
              <a:defRPr/>
            </a:lvl1pPr>
          </a:lstStyle>
          <a:p>
            <a:pPr lvl="0"/>
            <a:r>
              <a:rPr lang="en-US" dirty="0"/>
              <a:t>Content2, 450, </a:t>
            </a:r>
            <a:r>
              <a:rPr lang="en-US" dirty="0" err="1"/>
              <a:t>img|str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15146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5" userDrawn="1">
  <p:cSld name="CUSTOM_4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p7"/>
          <p:cNvPicPr preferRelativeResize="0"/>
          <p:nvPr/>
        </p:nvPicPr>
        <p:blipFill rotWithShape="1">
          <a:blip r:embed="rId2">
            <a:alphaModFix/>
          </a:blip>
          <a:srcRect r="25810" b="20140"/>
          <a:stretch/>
        </p:blipFill>
        <p:spPr>
          <a:xfrm>
            <a:off x="6994875" y="1781150"/>
            <a:ext cx="11293123" cy="850585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8" name="Google Shape;78;p7"/>
          <p:cNvGrpSpPr/>
          <p:nvPr/>
        </p:nvGrpSpPr>
        <p:grpSpPr>
          <a:xfrm>
            <a:off x="591984" y="586722"/>
            <a:ext cx="11656874" cy="9113555"/>
            <a:chOff x="-1" y="1"/>
            <a:chExt cx="15542498" cy="12151407"/>
          </a:xfrm>
        </p:grpSpPr>
        <p:sp>
          <p:nvSpPr>
            <p:cNvPr id="79" name="Google Shape;79;p7"/>
            <p:cNvSpPr/>
            <p:nvPr/>
          </p:nvSpPr>
          <p:spPr>
            <a:xfrm rot="5400000">
              <a:off x="1695545" y="-1695545"/>
              <a:ext cx="12151407" cy="15542498"/>
            </a:xfrm>
            <a:custGeom>
              <a:avLst/>
              <a:gdLst/>
              <a:ahLst/>
              <a:cxnLst/>
              <a:rect l="l" t="t" r="r" b="b"/>
              <a:pathLst>
                <a:path w="12151407" h="15542498" extrusionOk="0">
                  <a:moveTo>
                    <a:pt x="0" y="0"/>
                  </a:moveTo>
                  <a:lnTo>
                    <a:pt x="12151408" y="0"/>
                  </a:lnTo>
                  <a:lnTo>
                    <a:pt x="12151408" y="15542498"/>
                  </a:lnTo>
                  <a:lnTo>
                    <a:pt x="0" y="1554249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grpSp>
          <p:nvGrpSpPr>
            <p:cNvPr id="80" name="Google Shape;80;p7"/>
            <p:cNvGrpSpPr/>
            <p:nvPr/>
          </p:nvGrpSpPr>
          <p:grpSpPr>
            <a:xfrm>
              <a:off x="2375750" y="2255876"/>
              <a:ext cx="10790997" cy="8500444"/>
              <a:chOff x="0" y="-95250"/>
              <a:chExt cx="2131555" cy="1679100"/>
            </a:xfrm>
          </p:grpSpPr>
          <p:sp>
            <p:nvSpPr>
              <p:cNvPr id="81" name="Google Shape;81;p7"/>
              <p:cNvSpPr/>
              <p:nvPr/>
            </p:nvSpPr>
            <p:spPr>
              <a:xfrm>
                <a:off x="0" y="0"/>
                <a:ext cx="2131555" cy="1583766"/>
              </a:xfrm>
              <a:custGeom>
                <a:avLst/>
                <a:gdLst/>
                <a:ahLst/>
                <a:cxnLst/>
                <a:rect l="l" t="t" r="r" b="b"/>
                <a:pathLst>
                  <a:path w="2131555" h="1583766" extrusionOk="0">
                    <a:moveTo>
                      <a:pt x="0" y="0"/>
                    </a:moveTo>
                    <a:lnTo>
                      <a:pt x="2131555" y="0"/>
                    </a:lnTo>
                    <a:lnTo>
                      <a:pt x="2131555" y="1583766"/>
                    </a:lnTo>
                    <a:lnTo>
                      <a:pt x="0" y="158376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82" name="Google Shape;82;p7"/>
              <p:cNvSpPr txBox="1"/>
              <p:nvPr/>
            </p:nvSpPr>
            <p:spPr>
              <a:xfrm>
                <a:off x="0" y="-95250"/>
                <a:ext cx="2131500" cy="167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200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83" name="Google Shape;83;p7"/>
          <p:cNvSpPr txBox="1">
            <a:spLocks noGrp="1"/>
          </p:cNvSpPr>
          <p:nvPr>
            <p:ph type="title" hasCustomPrompt="1"/>
          </p:nvPr>
        </p:nvSpPr>
        <p:spPr>
          <a:xfrm>
            <a:off x="1995050" y="4260975"/>
            <a:ext cx="8850750" cy="3878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63AF77"/>
              </a:buClr>
              <a:buSzPts val="11450"/>
              <a:buNone/>
              <a:defRPr sz="8800">
                <a:solidFill>
                  <a:srgbClr val="63AF77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Module, 60, str</a:t>
            </a:r>
            <a:endParaRPr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4" preserve="1" userDrawn="1">
  <p:cSld name="1_Custom Layout 4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234;p16">
            <a:extLst>
              <a:ext uri="{FF2B5EF4-FFF2-40B4-BE49-F238E27FC236}">
                <a16:creationId xmlns:a16="http://schemas.microsoft.com/office/drawing/2014/main" id="{0D862652-7354-1034-ABDF-888C7EAB6DA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r="24173"/>
          <a:stretch/>
        </p:blipFill>
        <p:spPr>
          <a:xfrm>
            <a:off x="13995076" y="5487600"/>
            <a:ext cx="4292925" cy="482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235;p16">
            <a:extLst>
              <a:ext uri="{FF2B5EF4-FFF2-40B4-BE49-F238E27FC236}">
                <a16:creationId xmlns:a16="http://schemas.microsoft.com/office/drawing/2014/main" id="{1C6AAC65-C969-FD60-5CE3-3CCB67B08EFA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b="34554"/>
          <a:stretch/>
        </p:blipFill>
        <p:spPr>
          <a:xfrm>
            <a:off x="7518875" y="6757425"/>
            <a:ext cx="5304226" cy="3529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236;p16">
            <a:extLst>
              <a:ext uri="{FF2B5EF4-FFF2-40B4-BE49-F238E27FC236}">
                <a16:creationId xmlns:a16="http://schemas.microsoft.com/office/drawing/2014/main" id="{3C1ACDDA-BF5B-F363-1022-0F6DDCD18A22}"/>
              </a:ext>
            </a:extLst>
          </p:cNvPr>
          <p:cNvPicPr preferRelativeResize="0"/>
          <p:nvPr userDrawn="1"/>
        </p:nvPicPr>
        <p:blipFill rotWithShape="1">
          <a:blip r:embed="rId4">
            <a:alphaModFix/>
          </a:blip>
          <a:srcRect l="2267" b="28642"/>
          <a:stretch/>
        </p:blipFill>
        <p:spPr>
          <a:xfrm>
            <a:off x="0" y="6486275"/>
            <a:ext cx="5107924" cy="3800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237;p16">
            <a:extLst>
              <a:ext uri="{FF2B5EF4-FFF2-40B4-BE49-F238E27FC236}">
                <a16:creationId xmlns:a16="http://schemas.microsoft.com/office/drawing/2014/main" id="{1C2CD378-549A-6F87-5F32-8CDB78821FC4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 t="43576"/>
          <a:stretch/>
        </p:blipFill>
        <p:spPr>
          <a:xfrm>
            <a:off x="10622575" y="0"/>
            <a:ext cx="5443225" cy="3337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238;p16">
            <a:extLst>
              <a:ext uri="{FF2B5EF4-FFF2-40B4-BE49-F238E27FC236}">
                <a16:creationId xmlns:a16="http://schemas.microsoft.com/office/drawing/2014/main" id="{F520410D-96FA-98C9-8A6A-1B284FA1B423}"/>
              </a:ext>
            </a:extLst>
          </p:cNvPr>
          <p:cNvPicPr preferRelativeResize="0"/>
          <p:nvPr userDrawn="1"/>
        </p:nvPicPr>
        <p:blipFill rotWithShape="1">
          <a:blip r:embed="rId6">
            <a:alphaModFix/>
          </a:blip>
          <a:srcRect t="30226"/>
          <a:stretch/>
        </p:blipFill>
        <p:spPr>
          <a:xfrm>
            <a:off x="1577200" y="-1"/>
            <a:ext cx="5574250" cy="3337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" name="Google Shape;239;p16">
            <a:extLst>
              <a:ext uri="{FF2B5EF4-FFF2-40B4-BE49-F238E27FC236}">
                <a16:creationId xmlns:a16="http://schemas.microsoft.com/office/drawing/2014/main" id="{E00012A3-8B61-A255-8832-AC934C3E9129}"/>
              </a:ext>
            </a:extLst>
          </p:cNvPr>
          <p:cNvGrpSpPr/>
          <p:nvPr userDrawn="1"/>
        </p:nvGrpSpPr>
        <p:grpSpPr>
          <a:xfrm>
            <a:off x="12864484" y="2476209"/>
            <a:ext cx="1088154" cy="1113658"/>
            <a:chOff x="0" y="-19050"/>
            <a:chExt cx="812800" cy="831850"/>
          </a:xfrm>
        </p:grpSpPr>
        <p:sp>
          <p:nvSpPr>
            <p:cNvPr id="9" name="Google Shape;240;p16">
              <a:extLst>
                <a:ext uri="{FF2B5EF4-FFF2-40B4-BE49-F238E27FC236}">
                  <a16:creationId xmlns:a16="http://schemas.microsoft.com/office/drawing/2014/main" id="{14CE6E2C-CD23-01C6-B0EF-21FD4F1B7DC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3D48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241;p16">
              <a:extLst>
                <a:ext uri="{FF2B5EF4-FFF2-40B4-BE49-F238E27FC236}">
                  <a16:creationId xmlns:a16="http://schemas.microsoft.com/office/drawing/2014/main" id="{0E7DF7B3-5784-CE20-073B-9EB96D6B35C9}"/>
                </a:ext>
              </a:extLst>
            </p:cNvPr>
            <p:cNvSpPr txBox="1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200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4" name="Google Shape;56;p6">
            <a:extLst>
              <a:ext uri="{FF2B5EF4-FFF2-40B4-BE49-F238E27FC236}">
                <a16:creationId xmlns:a16="http://schemas.microsoft.com/office/drawing/2014/main" id="{B22BED40-AE8A-C386-BBA2-567C09D42C33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640413" y="3800725"/>
            <a:ext cx="15647338" cy="1598239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100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Title, 70, str</a:t>
            </a:r>
            <a:endParaRPr dirty="0"/>
          </a:p>
        </p:txBody>
      </p:sp>
      <p:sp>
        <p:nvSpPr>
          <p:cNvPr id="84" name="Google Shape;84;p7"/>
          <p:cNvSpPr txBox="1">
            <a:spLocks noGrp="1"/>
          </p:cNvSpPr>
          <p:nvPr>
            <p:ph type="subTitle" idx="1" hasCustomPrompt="1"/>
          </p:nvPr>
        </p:nvSpPr>
        <p:spPr>
          <a:xfrm>
            <a:off x="3077541" y="5442375"/>
            <a:ext cx="10773082" cy="1271639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>
            <a:lvl1pPr lvl="0">
              <a:spcBef>
                <a:spcPts val="640"/>
              </a:spcBef>
              <a:spcAft>
                <a:spcPts val="0"/>
              </a:spcAft>
              <a:buSzPts val="3250"/>
              <a:buNone/>
              <a:defRPr sz="2400" b="0"/>
            </a:lvl1pPr>
            <a:lvl2pPr lvl="1">
              <a:spcBef>
                <a:spcPts val="560"/>
              </a:spcBef>
              <a:spcAft>
                <a:spcPts val="0"/>
              </a:spcAft>
              <a:buSzPts val="2200"/>
              <a:buNone/>
              <a:defRPr/>
            </a:lvl2pPr>
            <a:lvl3pPr lvl="2">
              <a:spcBef>
                <a:spcPts val="480"/>
              </a:spcBef>
              <a:spcAft>
                <a:spcPts val="0"/>
              </a:spcAft>
              <a:buSzPts val="2200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2200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2200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2200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22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2200"/>
              <a:buNone/>
              <a:defRPr/>
            </a:lvl8pPr>
            <a:lvl9pPr lvl="8">
              <a:spcBef>
                <a:spcPts val="40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r>
              <a:rPr lang="en-US" dirty="0"/>
              <a:t>Summary,  100, str</a:t>
            </a:r>
            <a:endParaRPr dirty="0"/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9E72CF03-05E5-6415-6E7F-F4A2E7E6D45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378551">
            <a:off x="2222500" y="0"/>
            <a:ext cx="4292600" cy="2713038"/>
          </a:xfrm>
        </p:spPr>
        <p:txBody>
          <a:bodyPr/>
          <a:lstStyle>
            <a:lvl1pPr marL="88900" indent="0">
              <a:buNone/>
              <a:defRPr/>
            </a:lvl1pPr>
          </a:lstStyle>
          <a:p>
            <a:pPr lvl="0"/>
            <a:r>
              <a:rPr lang="en-US" dirty="0"/>
              <a:t>Content1, 200, str</a:t>
            </a:r>
          </a:p>
        </p:txBody>
      </p:sp>
      <p:sp>
        <p:nvSpPr>
          <p:cNvPr id="38" name="Text Placeholder 36">
            <a:extLst>
              <a:ext uri="{FF2B5EF4-FFF2-40B4-BE49-F238E27FC236}">
                <a16:creationId xmlns:a16="http://schemas.microsoft.com/office/drawing/2014/main" id="{ED8A2C2A-83C1-A010-DE06-04750201E55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 rot="21326099">
            <a:off x="11173885" y="166520"/>
            <a:ext cx="4292600" cy="2713038"/>
          </a:xfrm>
        </p:spPr>
        <p:txBody>
          <a:bodyPr/>
          <a:lstStyle>
            <a:lvl1pPr marL="88900" indent="0">
              <a:buNone/>
              <a:defRPr/>
            </a:lvl1pPr>
          </a:lstStyle>
          <a:p>
            <a:pPr lvl="0"/>
            <a:r>
              <a:rPr lang="en-US" dirty="0"/>
              <a:t>Content2, 200, str</a:t>
            </a:r>
          </a:p>
        </p:txBody>
      </p:sp>
      <p:sp>
        <p:nvSpPr>
          <p:cNvPr id="39" name="Text Placeholder 36">
            <a:extLst>
              <a:ext uri="{FF2B5EF4-FFF2-40B4-BE49-F238E27FC236}">
                <a16:creationId xmlns:a16="http://schemas.microsoft.com/office/drawing/2014/main" id="{DA0A33D9-CFFC-65A2-5776-07B0A6B2007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52237" y="7600062"/>
            <a:ext cx="4292600" cy="2713038"/>
          </a:xfrm>
        </p:spPr>
        <p:txBody>
          <a:bodyPr/>
          <a:lstStyle>
            <a:lvl1pPr marL="88900" indent="0">
              <a:buNone/>
              <a:defRPr/>
            </a:lvl1pPr>
          </a:lstStyle>
          <a:p>
            <a:pPr lvl="0"/>
            <a:r>
              <a:rPr lang="en-US" dirty="0"/>
              <a:t>Content3, 200, str</a:t>
            </a:r>
          </a:p>
        </p:txBody>
      </p:sp>
      <p:sp>
        <p:nvSpPr>
          <p:cNvPr id="40" name="Text Placeholder 36">
            <a:extLst>
              <a:ext uri="{FF2B5EF4-FFF2-40B4-BE49-F238E27FC236}">
                <a16:creationId xmlns:a16="http://schemas.microsoft.com/office/drawing/2014/main" id="{B9B0C525-3FA9-C92E-CB61-7382A2E2BB9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24688" y="7181200"/>
            <a:ext cx="4292600" cy="2713038"/>
          </a:xfrm>
        </p:spPr>
        <p:txBody>
          <a:bodyPr/>
          <a:lstStyle>
            <a:lvl1pPr marL="88900" indent="0">
              <a:buNone/>
              <a:defRPr/>
            </a:lvl1pPr>
          </a:lstStyle>
          <a:p>
            <a:pPr lvl="0"/>
            <a:r>
              <a:rPr lang="en-US" dirty="0"/>
              <a:t>Content4, 200, str</a:t>
            </a:r>
          </a:p>
        </p:txBody>
      </p:sp>
      <p:sp>
        <p:nvSpPr>
          <p:cNvPr id="41" name="Text Placeholder 36">
            <a:extLst>
              <a:ext uri="{FF2B5EF4-FFF2-40B4-BE49-F238E27FC236}">
                <a16:creationId xmlns:a16="http://schemas.microsoft.com/office/drawing/2014/main" id="{54687E15-C26C-AC05-EF5F-008EC4B7995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 rot="430791">
            <a:off x="14511162" y="6303736"/>
            <a:ext cx="3779327" cy="2713038"/>
          </a:xfrm>
        </p:spPr>
        <p:txBody>
          <a:bodyPr/>
          <a:lstStyle>
            <a:lvl1pPr marL="88900" indent="0">
              <a:buNone/>
              <a:defRPr/>
            </a:lvl1pPr>
          </a:lstStyle>
          <a:p>
            <a:pPr lvl="0"/>
            <a:r>
              <a:rPr lang="en-US" dirty="0"/>
              <a:t>Content5, 200, str</a:t>
            </a:r>
          </a:p>
        </p:txBody>
      </p:sp>
    </p:spTree>
    <p:extLst>
      <p:ext uri="{BB962C8B-B14F-4D97-AF65-F5344CB8AC3E}">
        <p14:creationId xmlns:p14="http://schemas.microsoft.com/office/powerpoint/2010/main" val="21193120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2" preserve="1" userDrawn="1">
  <p:cSld name="1_Custom Layout 2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1075251" y="1028700"/>
            <a:ext cx="16137603" cy="9258361"/>
          </a:xfrm>
          <a:custGeom>
            <a:avLst/>
            <a:gdLst/>
            <a:ahLst/>
            <a:cxnLst/>
            <a:rect l="l" t="t" r="r" b="b"/>
            <a:pathLst>
              <a:path w="4250205" h="2438400" extrusionOk="0">
                <a:moveTo>
                  <a:pt x="0" y="0"/>
                </a:moveTo>
                <a:lnTo>
                  <a:pt x="4250205" y="0"/>
                </a:lnTo>
                <a:lnTo>
                  <a:pt x="4250205" y="2438400"/>
                </a:lnTo>
                <a:lnTo>
                  <a:pt x="0" y="24384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3" name="Google Shape;23;p4"/>
          <p:cNvSpPr>
            <a:spLocks noGrp="1"/>
          </p:cNvSpPr>
          <p:nvPr>
            <p:ph type="pic" idx="2" hasCustomPrompt="1"/>
          </p:nvPr>
        </p:nvSpPr>
        <p:spPr>
          <a:xfrm>
            <a:off x="1511400" y="3584642"/>
            <a:ext cx="15265300" cy="5256781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88900" indent="0">
              <a:buNone/>
              <a:defRPr/>
            </a:lvl1pPr>
          </a:lstStyle>
          <a:p>
            <a:r>
              <a:rPr lang="en-US" dirty="0"/>
              <a:t>Image, 0, </a:t>
            </a:r>
            <a:r>
              <a:rPr lang="en-US" dirty="0" err="1"/>
              <a:t>img</a:t>
            </a:r>
            <a:endParaRPr lang="en-US" dirty="0"/>
          </a:p>
        </p:txBody>
      </p:sp>
      <p:sp>
        <p:nvSpPr>
          <p:cNvPr id="24" name="Google Shape;24;p4"/>
          <p:cNvSpPr/>
          <p:nvPr/>
        </p:nvSpPr>
        <p:spPr>
          <a:xfrm>
            <a:off x="7315736" y="592202"/>
            <a:ext cx="3656528" cy="872996"/>
          </a:xfrm>
          <a:custGeom>
            <a:avLst/>
            <a:gdLst/>
            <a:ahLst/>
            <a:cxnLst/>
            <a:rect l="l" t="t" r="r" b="b"/>
            <a:pathLst>
              <a:path w="3656528" h="872996" extrusionOk="0">
                <a:moveTo>
                  <a:pt x="0" y="0"/>
                </a:moveTo>
                <a:lnTo>
                  <a:pt x="3656528" y="0"/>
                </a:lnTo>
                <a:lnTo>
                  <a:pt x="3656528" y="872996"/>
                </a:lnTo>
                <a:lnTo>
                  <a:pt x="0" y="8729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5" name="Google Shape;25;p4"/>
          <p:cNvSpPr txBox="1">
            <a:spLocks noGrp="1"/>
          </p:cNvSpPr>
          <p:nvPr>
            <p:ph type="title" hasCustomPrompt="1"/>
          </p:nvPr>
        </p:nvSpPr>
        <p:spPr>
          <a:xfrm>
            <a:off x="1511400" y="1748468"/>
            <a:ext cx="15265300" cy="1580771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45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Title, 120, str</a:t>
            </a:r>
            <a:endParaRPr dirty="0"/>
          </a:p>
        </p:txBody>
      </p:sp>
      <p:sp>
        <p:nvSpPr>
          <p:cNvPr id="26" name="Google Shape;26;p4"/>
          <p:cNvSpPr txBox="1">
            <a:spLocks noGrp="1"/>
          </p:cNvSpPr>
          <p:nvPr>
            <p:ph type="body" idx="1" hasCustomPrompt="1"/>
          </p:nvPr>
        </p:nvSpPr>
        <p:spPr>
          <a:xfrm>
            <a:off x="2095501" y="8996267"/>
            <a:ext cx="14097098" cy="11359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>
            <a:lvl1pPr marL="88900" lvl="0" indent="0" algn="just">
              <a:spcBef>
                <a:spcPts val="640"/>
              </a:spcBef>
              <a:spcAft>
                <a:spcPts val="0"/>
              </a:spcAft>
              <a:buSzPts val="2200"/>
              <a:buNone/>
              <a:defRPr/>
            </a:lvl1pPr>
            <a:lvl2pPr marL="914400" lvl="1" indent="-368300">
              <a:spcBef>
                <a:spcPts val="560"/>
              </a:spcBef>
              <a:spcAft>
                <a:spcPts val="0"/>
              </a:spcAft>
              <a:buSzPts val="2200"/>
              <a:buChar char="–"/>
              <a:defRPr/>
            </a:lvl2pPr>
            <a:lvl3pPr marL="1371600" lvl="2" indent="-368300">
              <a:spcBef>
                <a:spcPts val="480"/>
              </a:spcBef>
              <a:spcAft>
                <a:spcPts val="0"/>
              </a:spcAft>
              <a:buSzPts val="2200"/>
              <a:buChar char="•"/>
              <a:defRPr/>
            </a:lvl3pPr>
            <a:lvl4pPr marL="1828800" lvl="3" indent="-368300">
              <a:spcBef>
                <a:spcPts val="400"/>
              </a:spcBef>
              <a:spcAft>
                <a:spcPts val="0"/>
              </a:spcAft>
              <a:buSzPts val="2200"/>
              <a:buChar char="–"/>
              <a:defRPr/>
            </a:lvl4pPr>
            <a:lvl5pPr marL="2286000" lvl="4" indent="-368300">
              <a:spcBef>
                <a:spcPts val="400"/>
              </a:spcBef>
              <a:spcAft>
                <a:spcPts val="0"/>
              </a:spcAft>
              <a:buSzPts val="2200"/>
              <a:buChar char="»"/>
              <a:defRPr/>
            </a:lvl5pPr>
            <a:lvl6pPr marL="2743200" lvl="5" indent="-368300">
              <a:spcBef>
                <a:spcPts val="400"/>
              </a:spcBef>
              <a:spcAft>
                <a:spcPts val="0"/>
              </a:spcAft>
              <a:buSzPts val="2200"/>
              <a:buChar char="•"/>
              <a:defRPr/>
            </a:lvl6pPr>
            <a:lvl7pPr marL="3200400" lvl="6" indent="-368300">
              <a:spcBef>
                <a:spcPts val="400"/>
              </a:spcBef>
              <a:spcAft>
                <a:spcPts val="0"/>
              </a:spcAft>
              <a:buSzPts val="2200"/>
              <a:buChar char="•"/>
              <a:defRPr/>
            </a:lvl7pPr>
            <a:lvl8pPr marL="3657600" lvl="7" indent="-368300">
              <a:spcBef>
                <a:spcPts val="400"/>
              </a:spcBef>
              <a:spcAft>
                <a:spcPts val="0"/>
              </a:spcAft>
              <a:buSzPts val="2200"/>
              <a:buChar char="•"/>
              <a:defRPr/>
            </a:lvl8pPr>
            <a:lvl9pPr marL="4114800" lvl="8" indent="-368300">
              <a:spcBef>
                <a:spcPts val="400"/>
              </a:spcBef>
              <a:spcAft>
                <a:spcPts val="0"/>
              </a:spcAft>
              <a:buSzPts val="2200"/>
              <a:buChar char="•"/>
              <a:defRPr/>
            </a:lvl9pPr>
          </a:lstStyle>
          <a:p>
            <a:r>
              <a:rPr lang="en-US" dirty="0"/>
              <a:t>Content, 250, str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715664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2" preserve="1" userDrawn="1">
  <p:cSld name="1_Custom Layout 2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361;p20">
            <a:extLst>
              <a:ext uri="{FF2B5EF4-FFF2-40B4-BE49-F238E27FC236}">
                <a16:creationId xmlns:a16="http://schemas.microsoft.com/office/drawing/2014/main" id="{B9F54002-0D2B-9368-FEDA-4A5395751486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48291" r="37421"/>
          <a:stretch/>
        </p:blipFill>
        <p:spPr>
          <a:xfrm>
            <a:off x="14912675" y="0"/>
            <a:ext cx="3375324" cy="3279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362;p20">
            <a:extLst>
              <a:ext uri="{FF2B5EF4-FFF2-40B4-BE49-F238E27FC236}">
                <a16:creationId xmlns:a16="http://schemas.microsoft.com/office/drawing/2014/main" id="{CF06B916-F3D1-08BF-8C4A-B6DF127C7003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b="55616"/>
          <a:stretch/>
        </p:blipFill>
        <p:spPr>
          <a:xfrm>
            <a:off x="666450" y="1039119"/>
            <a:ext cx="14314674" cy="924787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" name="Google Shape;363;p20">
            <a:extLst>
              <a:ext uri="{FF2B5EF4-FFF2-40B4-BE49-F238E27FC236}">
                <a16:creationId xmlns:a16="http://schemas.microsoft.com/office/drawing/2014/main" id="{96482BF2-04F3-3A95-5197-EA4F31C87849}"/>
              </a:ext>
            </a:extLst>
          </p:cNvPr>
          <p:cNvGrpSpPr/>
          <p:nvPr userDrawn="1"/>
        </p:nvGrpSpPr>
        <p:grpSpPr>
          <a:xfrm>
            <a:off x="16387994" y="4766680"/>
            <a:ext cx="1900006" cy="5520324"/>
            <a:chOff x="0" y="-95250"/>
            <a:chExt cx="480271" cy="1395391"/>
          </a:xfrm>
        </p:grpSpPr>
        <p:sp>
          <p:nvSpPr>
            <p:cNvPr id="5" name="Google Shape;364;p20">
              <a:extLst>
                <a:ext uri="{FF2B5EF4-FFF2-40B4-BE49-F238E27FC236}">
                  <a16:creationId xmlns:a16="http://schemas.microsoft.com/office/drawing/2014/main" id="{A3FA95A2-0130-DD37-C2DD-E0F60EE54F44}"/>
                </a:ext>
              </a:extLst>
            </p:cNvPr>
            <p:cNvSpPr/>
            <p:nvPr/>
          </p:nvSpPr>
          <p:spPr>
            <a:xfrm>
              <a:off x="0" y="0"/>
              <a:ext cx="480271" cy="1300141"/>
            </a:xfrm>
            <a:custGeom>
              <a:avLst/>
              <a:gdLst/>
              <a:ahLst/>
              <a:cxnLst/>
              <a:rect l="l" t="t" r="r" b="b"/>
              <a:pathLst>
                <a:path w="480271" h="1300141" extrusionOk="0">
                  <a:moveTo>
                    <a:pt x="0" y="0"/>
                  </a:moveTo>
                  <a:lnTo>
                    <a:pt x="480271" y="0"/>
                  </a:lnTo>
                  <a:lnTo>
                    <a:pt x="480271" y="1300141"/>
                  </a:lnTo>
                  <a:lnTo>
                    <a:pt x="0" y="130014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Google Shape;365;p20">
              <a:extLst>
                <a:ext uri="{FF2B5EF4-FFF2-40B4-BE49-F238E27FC236}">
                  <a16:creationId xmlns:a16="http://schemas.microsoft.com/office/drawing/2014/main" id="{B3792B14-3B92-3FAF-87B7-F75CDB744A3F}"/>
                </a:ext>
              </a:extLst>
            </p:cNvPr>
            <p:cNvSpPr txBox="1"/>
            <p:nvPr/>
          </p:nvSpPr>
          <p:spPr>
            <a:xfrm>
              <a:off x="0" y="-95250"/>
              <a:ext cx="480271" cy="13953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200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" name="Google Shape;366;p20">
            <a:extLst>
              <a:ext uri="{FF2B5EF4-FFF2-40B4-BE49-F238E27FC236}">
                <a16:creationId xmlns:a16="http://schemas.microsoft.com/office/drawing/2014/main" id="{2AD20A00-03DD-CB3A-9F2A-34BC852F1074}"/>
              </a:ext>
            </a:extLst>
          </p:cNvPr>
          <p:cNvGrpSpPr/>
          <p:nvPr userDrawn="1"/>
        </p:nvGrpSpPr>
        <p:grpSpPr>
          <a:xfrm>
            <a:off x="16997501" y="5930741"/>
            <a:ext cx="1462519" cy="279387"/>
            <a:chOff x="0" y="-95250"/>
            <a:chExt cx="903267" cy="172553"/>
          </a:xfrm>
        </p:grpSpPr>
        <p:sp>
          <p:nvSpPr>
            <p:cNvPr id="8" name="Google Shape;367;p20">
              <a:extLst>
                <a:ext uri="{FF2B5EF4-FFF2-40B4-BE49-F238E27FC236}">
                  <a16:creationId xmlns:a16="http://schemas.microsoft.com/office/drawing/2014/main" id="{6F12C501-B8B7-2A03-C91B-40B509A033D2}"/>
                </a:ext>
              </a:extLst>
            </p:cNvPr>
            <p:cNvSpPr/>
            <p:nvPr/>
          </p:nvSpPr>
          <p:spPr>
            <a:xfrm>
              <a:off x="0" y="0"/>
              <a:ext cx="903267" cy="77303"/>
            </a:xfrm>
            <a:custGeom>
              <a:avLst/>
              <a:gdLst/>
              <a:ahLst/>
              <a:cxnLst/>
              <a:rect l="l" t="t" r="r" b="b"/>
              <a:pathLst>
                <a:path w="903267" h="77303" extrusionOk="0">
                  <a:moveTo>
                    <a:pt x="0" y="0"/>
                  </a:moveTo>
                  <a:lnTo>
                    <a:pt x="903267" y="0"/>
                  </a:lnTo>
                  <a:lnTo>
                    <a:pt x="903267" y="77303"/>
                  </a:lnTo>
                  <a:lnTo>
                    <a:pt x="0" y="77303"/>
                  </a:lnTo>
                  <a:close/>
                </a:path>
              </a:pathLst>
            </a:custGeom>
            <a:solidFill>
              <a:srgbClr val="E1DDCE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Google Shape;368;p20">
              <a:extLst>
                <a:ext uri="{FF2B5EF4-FFF2-40B4-BE49-F238E27FC236}">
                  <a16:creationId xmlns:a16="http://schemas.microsoft.com/office/drawing/2014/main" id="{8F25C2AC-D488-2DC7-7616-A1E31B21C79A}"/>
                </a:ext>
              </a:extLst>
            </p:cNvPr>
            <p:cNvSpPr txBox="1"/>
            <p:nvPr/>
          </p:nvSpPr>
          <p:spPr>
            <a:xfrm>
              <a:off x="0" y="-95250"/>
              <a:ext cx="903267" cy="17255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1650" tIns="21650" rIns="21650" bIns="21650" anchor="ctr" anchorCtr="0">
              <a:noAutofit/>
            </a:bodyPr>
            <a:lstStyle/>
            <a:p>
              <a:pPr marL="0" marR="0" lvl="0" indent="0" algn="ctr" rtl="0">
                <a:lnSpc>
                  <a:spcPct val="200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" name="Google Shape;369;p20">
            <a:extLst>
              <a:ext uri="{FF2B5EF4-FFF2-40B4-BE49-F238E27FC236}">
                <a16:creationId xmlns:a16="http://schemas.microsoft.com/office/drawing/2014/main" id="{52D7BE00-53FD-5C8C-7F0E-367E2AEEFBAE}"/>
              </a:ext>
            </a:extLst>
          </p:cNvPr>
          <p:cNvGrpSpPr/>
          <p:nvPr userDrawn="1"/>
        </p:nvGrpSpPr>
        <p:grpSpPr>
          <a:xfrm>
            <a:off x="17415978" y="6361618"/>
            <a:ext cx="1744044" cy="279387"/>
            <a:chOff x="0" y="-95250"/>
            <a:chExt cx="1077140" cy="172553"/>
          </a:xfrm>
        </p:grpSpPr>
        <p:sp>
          <p:nvSpPr>
            <p:cNvPr id="11" name="Google Shape;370;p20">
              <a:extLst>
                <a:ext uri="{FF2B5EF4-FFF2-40B4-BE49-F238E27FC236}">
                  <a16:creationId xmlns:a16="http://schemas.microsoft.com/office/drawing/2014/main" id="{A0A23D6D-E144-540B-2370-82454D9889C4}"/>
                </a:ext>
              </a:extLst>
            </p:cNvPr>
            <p:cNvSpPr/>
            <p:nvPr/>
          </p:nvSpPr>
          <p:spPr>
            <a:xfrm>
              <a:off x="0" y="0"/>
              <a:ext cx="1077140" cy="77303"/>
            </a:xfrm>
            <a:custGeom>
              <a:avLst/>
              <a:gdLst/>
              <a:ahLst/>
              <a:cxnLst/>
              <a:rect l="l" t="t" r="r" b="b"/>
              <a:pathLst>
                <a:path w="1077140" h="77303" extrusionOk="0">
                  <a:moveTo>
                    <a:pt x="0" y="0"/>
                  </a:moveTo>
                  <a:lnTo>
                    <a:pt x="1077140" y="0"/>
                  </a:lnTo>
                  <a:lnTo>
                    <a:pt x="1077140" y="77303"/>
                  </a:lnTo>
                  <a:lnTo>
                    <a:pt x="0" y="77303"/>
                  </a:lnTo>
                  <a:close/>
                </a:path>
              </a:pathLst>
            </a:custGeom>
            <a:solidFill>
              <a:srgbClr val="E1DDCE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Google Shape;371;p20">
              <a:extLst>
                <a:ext uri="{FF2B5EF4-FFF2-40B4-BE49-F238E27FC236}">
                  <a16:creationId xmlns:a16="http://schemas.microsoft.com/office/drawing/2014/main" id="{C16B9869-F6BA-E1AF-C63F-5459FEB5FB4C}"/>
                </a:ext>
              </a:extLst>
            </p:cNvPr>
            <p:cNvSpPr txBox="1"/>
            <p:nvPr/>
          </p:nvSpPr>
          <p:spPr>
            <a:xfrm>
              <a:off x="0" y="-95250"/>
              <a:ext cx="1077140" cy="17255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1650" tIns="21650" rIns="21650" bIns="21650" anchor="ctr" anchorCtr="0">
              <a:noAutofit/>
            </a:bodyPr>
            <a:lstStyle/>
            <a:p>
              <a:pPr marL="0" marR="0" lvl="0" indent="0" algn="ctr" rtl="0">
                <a:lnSpc>
                  <a:spcPct val="200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" name="Google Shape;372;p20">
            <a:extLst>
              <a:ext uri="{FF2B5EF4-FFF2-40B4-BE49-F238E27FC236}">
                <a16:creationId xmlns:a16="http://schemas.microsoft.com/office/drawing/2014/main" id="{AE87D50F-7598-093D-F0DE-4EE2781FA94C}"/>
              </a:ext>
            </a:extLst>
          </p:cNvPr>
          <p:cNvGrpSpPr/>
          <p:nvPr userDrawn="1"/>
        </p:nvGrpSpPr>
        <p:grpSpPr>
          <a:xfrm>
            <a:off x="17415978" y="6792495"/>
            <a:ext cx="1744044" cy="279387"/>
            <a:chOff x="0" y="-95250"/>
            <a:chExt cx="1077140" cy="172553"/>
          </a:xfrm>
        </p:grpSpPr>
        <p:sp>
          <p:nvSpPr>
            <p:cNvPr id="14" name="Google Shape;373;p20">
              <a:extLst>
                <a:ext uri="{FF2B5EF4-FFF2-40B4-BE49-F238E27FC236}">
                  <a16:creationId xmlns:a16="http://schemas.microsoft.com/office/drawing/2014/main" id="{92F43278-DA66-BA1C-B9EE-C21D620E0A11}"/>
                </a:ext>
              </a:extLst>
            </p:cNvPr>
            <p:cNvSpPr/>
            <p:nvPr/>
          </p:nvSpPr>
          <p:spPr>
            <a:xfrm>
              <a:off x="0" y="0"/>
              <a:ext cx="1077140" cy="77303"/>
            </a:xfrm>
            <a:custGeom>
              <a:avLst/>
              <a:gdLst/>
              <a:ahLst/>
              <a:cxnLst/>
              <a:rect l="l" t="t" r="r" b="b"/>
              <a:pathLst>
                <a:path w="1077140" h="77303" extrusionOk="0">
                  <a:moveTo>
                    <a:pt x="0" y="0"/>
                  </a:moveTo>
                  <a:lnTo>
                    <a:pt x="1077140" y="0"/>
                  </a:lnTo>
                  <a:lnTo>
                    <a:pt x="1077140" y="77303"/>
                  </a:lnTo>
                  <a:lnTo>
                    <a:pt x="0" y="77303"/>
                  </a:lnTo>
                  <a:close/>
                </a:path>
              </a:pathLst>
            </a:custGeom>
            <a:solidFill>
              <a:srgbClr val="E1DDCE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Google Shape;374;p20">
              <a:extLst>
                <a:ext uri="{FF2B5EF4-FFF2-40B4-BE49-F238E27FC236}">
                  <a16:creationId xmlns:a16="http://schemas.microsoft.com/office/drawing/2014/main" id="{0E976A14-499F-82EA-BAD0-A954E88ABA22}"/>
                </a:ext>
              </a:extLst>
            </p:cNvPr>
            <p:cNvSpPr txBox="1"/>
            <p:nvPr/>
          </p:nvSpPr>
          <p:spPr>
            <a:xfrm>
              <a:off x="0" y="-95250"/>
              <a:ext cx="1077140" cy="17255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1650" tIns="21650" rIns="21650" bIns="21650" anchor="ctr" anchorCtr="0">
              <a:noAutofit/>
            </a:bodyPr>
            <a:lstStyle/>
            <a:p>
              <a:pPr marL="0" marR="0" lvl="0" indent="0" algn="ctr" rtl="0">
                <a:lnSpc>
                  <a:spcPct val="200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" name="Google Shape;375;p20">
            <a:extLst>
              <a:ext uri="{FF2B5EF4-FFF2-40B4-BE49-F238E27FC236}">
                <a16:creationId xmlns:a16="http://schemas.microsoft.com/office/drawing/2014/main" id="{AFCB085F-3469-D16C-58D2-8AD4A3039B4F}"/>
              </a:ext>
            </a:extLst>
          </p:cNvPr>
          <p:cNvGrpSpPr/>
          <p:nvPr userDrawn="1"/>
        </p:nvGrpSpPr>
        <p:grpSpPr>
          <a:xfrm>
            <a:off x="16997501" y="7223372"/>
            <a:ext cx="1462519" cy="279387"/>
            <a:chOff x="0" y="-95250"/>
            <a:chExt cx="903267" cy="172553"/>
          </a:xfrm>
        </p:grpSpPr>
        <p:sp>
          <p:nvSpPr>
            <p:cNvPr id="17" name="Google Shape;376;p20">
              <a:extLst>
                <a:ext uri="{FF2B5EF4-FFF2-40B4-BE49-F238E27FC236}">
                  <a16:creationId xmlns:a16="http://schemas.microsoft.com/office/drawing/2014/main" id="{A4A36463-963E-A5ED-91DF-DAF94995FF87}"/>
                </a:ext>
              </a:extLst>
            </p:cNvPr>
            <p:cNvSpPr/>
            <p:nvPr/>
          </p:nvSpPr>
          <p:spPr>
            <a:xfrm>
              <a:off x="0" y="0"/>
              <a:ext cx="903267" cy="77303"/>
            </a:xfrm>
            <a:custGeom>
              <a:avLst/>
              <a:gdLst/>
              <a:ahLst/>
              <a:cxnLst/>
              <a:rect l="l" t="t" r="r" b="b"/>
              <a:pathLst>
                <a:path w="903267" h="77303" extrusionOk="0">
                  <a:moveTo>
                    <a:pt x="0" y="0"/>
                  </a:moveTo>
                  <a:lnTo>
                    <a:pt x="903267" y="0"/>
                  </a:lnTo>
                  <a:lnTo>
                    <a:pt x="903267" y="77303"/>
                  </a:lnTo>
                  <a:lnTo>
                    <a:pt x="0" y="77303"/>
                  </a:lnTo>
                  <a:close/>
                </a:path>
              </a:pathLst>
            </a:custGeom>
            <a:solidFill>
              <a:srgbClr val="E1DDCE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Google Shape;377;p20">
              <a:extLst>
                <a:ext uri="{FF2B5EF4-FFF2-40B4-BE49-F238E27FC236}">
                  <a16:creationId xmlns:a16="http://schemas.microsoft.com/office/drawing/2014/main" id="{941A772C-CFCC-1964-59AC-7013CC904272}"/>
                </a:ext>
              </a:extLst>
            </p:cNvPr>
            <p:cNvSpPr txBox="1"/>
            <p:nvPr/>
          </p:nvSpPr>
          <p:spPr>
            <a:xfrm>
              <a:off x="0" y="-95250"/>
              <a:ext cx="903267" cy="17255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1650" tIns="21650" rIns="21650" bIns="21650" anchor="ctr" anchorCtr="0">
              <a:noAutofit/>
            </a:bodyPr>
            <a:lstStyle/>
            <a:p>
              <a:pPr marL="0" marR="0" lvl="0" indent="0" algn="ctr" rtl="0">
                <a:lnSpc>
                  <a:spcPct val="200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" name="Google Shape;378;p20">
            <a:extLst>
              <a:ext uri="{FF2B5EF4-FFF2-40B4-BE49-F238E27FC236}">
                <a16:creationId xmlns:a16="http://schemas.microsoft.com/office/drawing/2014/main" id="{950E38B2-B71E-8A29-60D3-98167AC9728B}"/>
              </a:ext>
            </a:extLst>
          </p:cNvPr>
          <p:cNvGrpSpPr/>
          <p:nvPr userDrawn="1"/>
        </p:nvGrpSpPr>
        <p:grpSpPr>
          <a:xfrm>
            <a:off x="16997501" y="7654249"/>
            <a:ext cx="1744044" cy="279387"/>
            <a:chOff x="0" y="-95250"/>
            <a:chExt cx="1077140" cy="172553"/>
          </a:xfrm>
        </p:grpSpPr>
        <p:sp>
          <p:nvSpPr>
            <p:cNvPr id="20" name="Google Shape;379;p20">
              <a:extLst>
                <a:ext uri="{FF2B5EF4-FFF2-40B4-BE49-F238E27FC236}">
                  <a16:creationId xmlns:a16="http://schemas.microsoft.com/office/drawing/2014/main" id="{1A3966AA-1F62-FF38-8B49-984E4AD3CD07}"/>
                </a:ext>
              </a:extLst>
            </p:cNvPr>
            <p:cNvSpPr/>
            <p:nvPr/>
          </p:nvSpPr>
          <p:spPr>
            <a:xfrm>
              <a:off x="0" y="0"/>
              <a:ext cx="1077140" cy="77303"/>
            </a:xfrm>
            <a:custGeom>
              <a:avLst/>
              <a:gdLst/>
              <a:ahLst/>
              <a:cxnLst/>
              <a:rect l="l" t="t" r="r" b="b"/>
              <a:pathLst>
                <a:path w="1077140" h="77303" extrusionOk="0">
                  <a:moveTo>
                    <a:pt x="0" y="0"/>
                  </a:moveTo>
                  <a:lnTo>
                    <a:pt x="1077140" y="0"/>
                  </a:lnTo>
                  <a:lnTo>
                    <a:pt x="1077140" y="77303"/>
                  </a:lnTo>
                  <a:lnTo>
                    <a:pt x="0" y="77303"/>
                  </a:lnTo>
                  <a:close/>
                </a:path>
              </a:pathLst>
            </a:custGeom>
            <a:solidFill>
              <a:srgbClr val="E1DDCE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Google Shape;380;p20">
              <a:extLst>
                <a:ext uri="{FF2B5EF4-FFF2-40B4-BE49-F238E27FC236}">
                  <a16:creationId xmlns:a16="http://schemas.microsoft.com/office/drawing/2014/main" id="{48B86D39-9E48-E09D-4EBB-D53BFA740C27}"/>
                </a:ext>
              </a:extLst>
            </p:cNvPr>
            <p:cNvSpPr txBox="1"/>
            <p:nvPr/>
          </p:nvSpPr>
          <p:spPr>
            <a:xfrm>
              <a:off x="0" y="-95250"/>
              <a:ext cx="1077140" cy="17255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1650" tIns="21650" rIns="21650" bIns="21650" anchor="ctr" anchorCtr="0">
              <a:noAutofit/>
            </a:bodyPr>
            <a:lstStyle/>
            <a:p>
              <a:pPr marL="0" marR="0" lvl="0" indent="0" algn="ctr" rtl="0">
                <a:lnSpc>
                  <a:spcPct val="200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" name="Google Shape;381;p20">
            <a:extLst>
              <a:ext uri="{FF2B5EF4-FFF2-40B4-BE49-F238E27FC236}">
                <a16:creationId xmlns:a16="http://schemas.microsoft.com/office/drawing/2014/main" id="{11D668C1-60F7-BCC0-22D8-8D16FD7101FF}"/>
              </a:ext>
            </a:extLst>
          </p:cNvPr>
          <p:cNvGrpSpPr/>
          <p:nvPr userDrawn="1"/>
        </p:nvGrpSpPr>
        <p:grpSpPr>
          <a:xfrm>
            <a:off x="16997501" y="8085126"/>
            <a:ext cx="1744044" cy="279387"/>
            <a:chOff x="0" y="-95250"/>
            <a:chExt cx="1077140" cy="172553"/>
          </a:xfrm>
        </p:grpSpPr>
        <p:sp>
          <p:nvSpPr>
            <p:cNvPr id="28" name="Google Shape;382;p20">
              <a:extLst>
                <a:ext uri="{FF2B5EF4-FFF2-40B4-BE49-F238E27FC236}">
                  <a16:creationId xmlns:a16="http://schemas.microsoft.com/office/drawing/2014/main" id="{35816799-37E4-778C-95F0-9FB9E3877FDF}"/>
                </a:ext>
              </a:extLst>
            </p:cNvPr>
            <p:cNvSpPr/>
            <p:nvPr/>
          </p:nvSpPr>
          <p:spPr>
            <a:xfrm>
              <a:off x="0" y="0"/>
              <a:ext cx="1077140" cy="77303"/>
            </a:xfrm>
            <a:custGeom>
              <a:avLst/>
              <a:gdLst/>
              <a:ahLst/>
              <a:cxnLst/>
              <a:rect l="l" t="t" r="r" b="b"/>
              <a:pathLst>
                <a:path w="1077140" h="77303" extrusionOk="0">
                  <a:moveTo>
                    <a:pt x="0" y="0"/>
                  </a:moveTo>
                  <a:lnTo>
                    <a:pt x="1077140" y="0"/>
                  </a:lnTo>
                  <a:lnTo>
                    <a:pt x="1077140" y="77303"/>
                  </a:lnTo>
                  <a:lnTo>
                    <a:pt x="0" y="77303"/>
                  </a:lnTo>
                  <a:close/>
                </a:path>
              </a:pathLst>
            </a:custGeom>
            <a:solidFill>
              <a:srgbClr val="E1DDCE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Google Shape;383;p20">
              <a:extLst>
                <a:ext uri="{FF2B5EF4-FFF2-40B4-BE49-F238E27FC236}">
                  <a16:creationId xmlns:a16="http://schemas.microsoft.com/office/drawing/2014/main" id="{98E74A69-3F76-75BC-F835-A751B947C5A7}"/>
                </a:ext>
              </a:extLst>
            </p:cNvPr>
            <p:cNvSpPr txBox="1"/>
            <p:nvPr/>
          </p:nvSpPr>
          <p:spPr>
            <a:xfrm>
              <a:off x="0" y="-95250"/>
              <a:ext cx="1077140" cy="17255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1650" tIns="21650" rIns="21650" bIns="21650" anchor="ctr" anchorCtr="0">
              <a:noAutofit/>
            </a:bodyPr>
            <a:lstStyle/>
            <a:p>
              <a:pPr marL="0" marR="0" lvl="0" indent="0" algn="ctr" rtl="0">
                <a:lnSpc>
                  <a:spcPct val="200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" name="Google Shape;384;p20">
            <a:extLst>
              <a:ext uri="{FF2B5EF4-FFF2-40B4-BE49-F238E27FC236}">
                <a16:creationId xmlns:a16="http://schemas.microsoft.com/office/drawing/2014/main" id="{A7C9EAA0-3F1E-F2E0-5143-7DFACA235738}"/>
              </a:ext>
            </a:extLst>
          </p:cNvPr>
          <p:cNvGrpSpPr/>
          <p:nvPr userDrawn="1"/>
        </p:nvGrpSpPr>
        <p:grpSpPr>
          <a:xfrm>
            <a:off x="16997501" y="8516002"/>
            <a:ext cx="1462519" cy="279387"/>
            <a:chOff x="0" y="-95250"/>
            <a:chExt cx="903267" cy="172553"/>
          </a:xfrm>
        </p:grpSpPr>
        <p:sp>
          <p:nvSpPr>
            <p:cNvPr id="31" name="Google Shape;385;p20">
              <a:extLst>
                <a:ext uri="{FF2B5EF4-FFF2-40B4-BE49-F238E27FC236}">
                  <a16:creationId xmlns:a16="http://schemas.microsoft.com/office/drawing/2014/main" id="{BC8C5989-A568-52BD-8B02-9BD7CE5F95B3}"/>
                </a:ext>
              </a:extLst>
            </p:cNvPr>
            <p:cNvSpPr/>
            <p:nvPr/>
          </p:nvSpPr>
          <p:spPr>
            <a:xfrm>
              <a:off x="0" y="0"/>
              <a:ext cx="903267" cy="77303"/>
            </a:xfrm>
            <a:custGeom>
              <a:avLst/>
              <a:gdLst/>
              <a:ahLst/>
              <a:cxnLst/>
              <a:rect l="l" t="t" r="r" b="b"/>
              <a:pathLst>
                <a:path w="903267" h="77303" extrusionOk="0">
                  <a:moveTo>
                    <a:pt x="0" y="0"/>
                  </a:moveTo>
                  <a:lnTo>
                    <a:pt x="903267" y="0"/>
                  </a:lnTo>
                  <a:lnTo>
                    <a:pt x="903267" y="77303"/>
                  </a:lnTo>
                  <a:lnTo>
                    <a:pt x="0" y="77303"/>
                  </a:lnTo>
                  <a:close/>
                </a:path>
              </a:pathLst>
            </a:custGeom>
            <a:solidFill>
              <a:srgbClr val="E1DDCE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Google Shape;386;p20">
              <a:extLst>
                <a:ext uri="{FF2B5EF4-FFF2-40B4-BE49-F238E27FC236}">
                  <a16:creationId xmlns:a16="http://schemas.microsoft.com/office/drawing/2014/main" id="{67549FB5-9672-433A-BD72-098AE5AD64A2}"/>
                </a:ext>
              </a:extLst>
            </p:cNvPr>
            <p:cNvSpPr txBox="1"/>
            <p:nvPr/>
          </p:nvSpPr>
          <p:spPr>
            <a:xfrm>
              <a:off x="0" y="-95250"/>
              <a:ext cx="903267" cy="17255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1650" tIns="21650" rIns="21650" bIns="21650" anchor="ctr" anchorCtr="0">
              <a:noAutofit/>
            </a:bodyPr>
            <a:lstStyle/>
            <a:p>
              <a:pPr marL="0" marR="0" lvl="0" indent="0" algn="ctr" rtl="0">
                <a:lnSpc>
                  <a:spcPct val="200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" name="Google Shape;387;p20">
            <a:extLst>
              <a:ext uri="{FF2B5EF4-FFF2-40B4-BE49-F238E27FC236}">
                <a16:creationId xmlns:a16="http://schemas.microsoft.com/office/drawing/2014/main" id="{0D4243DA-9CE1-1872-16BF-AD044D9F0CEC}"/>
              </a:ext>
            </a:extLst>
          </p:cNvPr>
          <p:cNvGrpSpPr/>
          <p:nvPr userDrawn="1"/>
        </p:nvGrpSpPr>
        <p:grpSpPr>
          <a:xfrm>
            <a:off x="16997501" y="8946879"/>
            <a:ext cx="1744044" cy="279387"/>
            <a:chOff x="0" y="-95250"/>
            <a:chExt cx="1077140" cy="172553"/>
          </a:xfrm>
        </p:grpSpPr>
        <p:sp>
          <p:nvSpPr>
            <p:cNvPr id="34" name="Google Shape;388;p20">
              <a:extLst>
                <a:ext uri="{FF2B5EF4-FFF2-40B4-BE49-F238E27FC236}">
                  <a16:creationId xmlns:a16="http://schemas.microsoft.com/office/drawing/2014/main" id="{26D981C8-65DC-851E-245F-0657C2D58471}"/>
                </a:ext>
              </a:extLst>
            </p:cNvPr>
            <p:cNvSpPr/>
            <p:nvPr/>
          </p:nvSpPr>
          <p:spPr>
            <a:xfrm>
              <a:off x="0" y="0"/>
              <a:ext cx="1077140" cy="77303"/>
            </a:xfrm>
            <a:custGeom>
              <a:avLst/>
              <a:gdLst/>
              <a:ahLst/>
              <a:cxnLst/>
              <a:rect l="l" t="t" r="r" b="b"/>
              <a:pathLst>
                <a:path w="1077140" h="77303" extrusionOk="0">
                  <a:moveTo>
                    <a:pt x="0" y="0"/>
                  </a:moveTo>
                  <a:lnTo>
                    <a:pt x="1077140" y="0"/>
                  </a:lnTo>
                  <a:lnTo>
                    <a:pt x="1077140" y="77303"/>
                  </a:lnTo>
                  <a:lnTo>
                    <a:pt x="0" y="77303"/>
                  </a:lnTo>
                  <a:close/>
                </a:path>
              </a:pathLst>
            </a:custGeom>
            <a:solidFill>
              <a:srgbClr val="E1DDCE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Google Shape;389;p20">
              <a:extLst>
                <a:ext uri="{FF2B5EF4-FFF2-40B4-BE49-F238E27FC236}">
                  <a16:creationId xmlns:a16="http://schemas.microsoft.com/office/drawing/2014/main" id="{B6430222-343B-FCE3-0B6F-6948750BE083}"/>
                </a:ext>
              </a:extLst>
            </p:cNvPr>
            <p:cNvSpPr txBox="1"/>
            <p:nvPr/>
          </p:nvSpPr>
          <p:spPr>
            <a:xfrm>
              <a:off x="0" y="-95250"/>
              <a:ext cx="1077140" cy="17255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1650" tIns="21650" rIns="21650" bIns="21650" anchor="ctr" anchorCtr="0">
              <a:noAutofit/>
            </a:bodyPr>
            <a:lstStyle/>
            <a:p>
              <a:pPr marL="0" marR="0" lvl="0" indent="0" algn="ctr" rtl="0">
                <a:lnSpc>
                  <a:spcPct val="200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" name="Google Shape;390;p20">
            <a:extLst>
              <a:ext uri="{FF2B5EF4-FFF2-40B4-BE49-F238E27FC236}">
                <a16:creationId xmlns:a16="http://schemas.microsoft.com/office/drawing/2014/main" id="{723CAC0A-585E-D06E-07E2-C517278D4992}"/>
              </a:ext>
            </a:extLst>
          </p:cNvPr>
          <p:cNvGrpSpPr/>
          <p:nvPr userDrawn="1"/>
        </p:nvGrpSpPr>
        <p:grpSpPr>
          <a:xfrm>
            <a:off x="16997501" y="9377756"/>
            <a:ext cx="1744044" cy="279387"/>
            <a:chOff x="0" y="-95250"/>
            <a:chExt cx="1077140" cy="172553"/>
          </a:xfrm>
        </p:grpSpPr>
        <p:sp>
          <p:nvSpPr>
            <p:cNvPr id="37" name="Google Shape;391;p20">
              <a:extLst>
                <a:ext uri="{FF2B5EF4-FFF2-40B4-BE49-F238E27FC236}">
                  <a16:creationId xmlns:a16="http://schemas.microsoft.com/office/drawing/2014/main" id="{F50437F0-3259-FC03-B6C4-2001F911451D}"/>
                </a:ext>
              </a:extLst>
            </p:cNvPr>
            <p:cNvSpPr/>
            <p:nvPr/>
          </p:nvSpPr>
          <p:spPr>
            <a:xfrm>
              <a:off x="0" y="0"/>
              <a:ext cx="1077140" cy="77303"/>
            </a:xfrm>
            <a:custGeom>
              <a:avLst/>
              <a:gdLst/>
              <a:ahLst/>
              <a:cxnLst/>
              <a:rect l="l" t="t" r="r" b="b"/>
              <a:pathLst>
                <a:path w="1077140" h="77303" extrusionOk="0">
                  <a:moveTo>
                    <a:pt x="0" y="0"/>
                  </a:moveTo>
                  <a:lnTo>
                    <a:pt x="1077140" y="0"/>
                  </a:lnTo>
                  <a:lnTo>
                    <a:pt x="1077140" y="77303"/>
                  </a:lnTo>
                  <a:lnTo>
                    <a:pt x="0" y="77303"/>
                  </a:lnTo>
                  <a:close/>
                </a:path>
              </a:pathLst>
            </a:custGeom>
            <a:solidFill>
              <a:srgbClr val="E1DDCE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Google Shape;392;p20">
              <a:extLst>
                <a:ext uri="{FF2B5EF4-FFF2-40B4-BE49-F238E27FC236}">
                  <a16:creationId xmlns:a16="http://schemas.microsoft.com/office/drawing/2014/main" id="{E1E04420-A7D6-C5C0-6676-EE67F920439E}"/>
                </a:ext>
              </a:extLst>
            </p:cNvPr>
            <p:cNvSpPr txBox="1"/>
            <p:nvPr/>
          </p:nvSpPr>
          <p:spPr>
            <a:xfrm>
              <a:off x="0" y="-95250"/>
              <a:ext cx="1077140" cy="17255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1650" tIns="21650" rIns="21650" bIns="21650" anchor="ctr" anchorCtr="0">
              <a:noAutofit/>
            </a:bodyPr>
            <a:lstStyle/>
            <a:p>
              <a:pPr marL="0" marR="0" lvl="0" indent="0" algn="ctr" rtl="0">
                <a:lnSpc>
                  <a:spcPct val="200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1" name="Google Shape;83;p7">
            <a:extLst>
              <a:ext uri="{FF2B5EF4-FFF2-40B4-BE49-F238E27FC236}">
                <a16:creationId xmlns:a16="http://schemas.microsoft.com/office/drawing/2014/main" id="{70E32C70-9600-00E3-A553-AE94618B5350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791008" y="1784357"/>
            <a:ext cx="12477441" cy="414638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63AF77"/>
              </a:buClr>
              <a:buSzPts val="11450"/>
              <a:buNone/>
              <a:defRPr sz="6000">
                <a:solidFill>
                  <a:srgbClr val="63AF77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quote, 60, str</a:t>
            </a:r>
            <a:endParaRPr dirty="0"/>
          </a:p>
        </p:txBody>
      </p:sp>
      <p:sp>
        <p:nvSpPr>
          <p:cNvPr id="42" name="Google Shape;18;p3">
            <a:extLst>
              <a:ext uri="{FF2B5EF4-FFF2-40B4-BE49-F238E27FC236}">
                <a16:creationId xmlns:a16="http://schemas.microsoft.com/office/drawing/2014/main" id="{98330C45-6F7D-D883-EA4F-C578921E3861}"/>
              </a:ext>
            </a:extLst>
          </p:cNvPr>
          <p:cNvSpPr txBox="1">
            <a:spLocks noGrp="1"/>
          </p:cNvSpPr>
          <p:nvPr>
            <p:ph type="subTitle" idx="1" hasCustomPrompt="1"/>
          </p:nvPr>
        </p:nvSpPr>
        <p:spPr>
          <a:xfrm>
            <a:off x="1721847" y="6351045"/>
            <a:ext cx="7212603" cy="8829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>
            <a:lvl1pPr lvl="0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950"/>
              <a:buNone/>
              <a:defRPr sz="2800" b="0">
                <a:solidFill>
                  <a:schemeClr val="tx1"/>
                </a:solidFill>
              </a:defRPr>
            </a:lvl1pPr>
            <a:lvl2pPr lvl="1">
              <a:spcBef>
                <a:spcPts val="560"/>
              </a:spcBef>
              <a:spcAft>
                <a:spcPts val="0"/>
              </a:spcAft>
              <a:buSzPts val="2200"/>
              <a:buNone/>
              <a:defRPr/>
            </a:lvl2pPr>
            <a:lvl3pPr lvl="2">
              <a:spcBef>
                <a:spcPts val="480"/>
              </a:spcBef>
              <a:spcAft>
                <a:spcPts val="0"/>
              </a:spcAft>
              <a:buSzPts val="2200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2200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2200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2200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22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2200"/>
              <a:buNone/>
              <a:defRPr/>
            </a:lvl8pPr>
            <a:lvl9pPr lvl="8">
              <a:spcBef>
                <a:spcPts val="40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r>
              <a:rPr lang="en-US" dirty="0"/>
              <a:t>Author, 60, str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288534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2" preserve="1" userDrawn="1">
  <p:cSld name="1_Custom Layout 2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oogle Shape;264;p18">
            <a:extLst>
              <a:ext uri="{FF2B5EF4-FFF2-40B4-BE49-F238E27FC236}">
                <a16:creationId xmlns:a16="http://schemas.microsoft.com/office/drawing/2014/main" id="{A10E37E3-7674-3F5B-E2AA-2C6D29ED1E85}"/>
              </a:ext>
            </a:extLst>
          </p:cNvPr>
          <p:cNvGrpSpPr/>
          <p:nvPr userDrawn="1"/>
        </p:nvGrpSpPr>
        <p:grpSpPr>
          <a:xfrm>
            <a:off x="516800" y="0"/>
            <a:ext cx="17254400" cy="9749582"/>
            <a:chOff x="0" y="0"/>
            <a:chExt cx="23005867" cy="12999443"/>
          </a:xfrm>
        </p:grpSpPr>
        <p:sp>
          <p:nvSpPr>
            <p:cNvPr id="3" name="Google Shape;265;p18">
              <a:extLst>
                <a:ext uri="{FF2B5EF4-FFF2-40B4-BE49-F238E27FC236}">
                  <a16:creationId xmlns:a16="http://schemas.microsoft.com/office/drawing/2014/main" id="{D96E87AA-4795-6480-42AB-DE37DA6A31DB}"/>
                </a:ext>
              </a:extLst>
            </p:cNvPr>
            <p:cNvSpPr/>
            <p:nvPr/>
          </p:nvSpPr>
          <p:spPr>
            <a:xfrm>
              <a:off x="0" y="0"/>
              <a:ext cx="7988749" cy="12999443"/>
            </a:xfrm>
            <a:custGeom>
              <a:avLst/>
              <a:gdLst/>
              <a:ahLst/>
              <a:cxnLst/>
              <a:rect l="l" t="t" r="r" b="b"/>
              <a:pathLst>
                <a:path w="7988749" h="12999443" extrusionOk="0">
                  <a:moveTo>
                    <a:pt x="0" y="0"/>
                  </a:moveTo>
                  <a:lnTo>
                    <a:pt x="7988749" y="0"/>
                  </a:lnTo>
                  <a:lnTo>
                    <a:pt x="7988749" y="12999443"/>
                  </a:lnTo>
                  <a:lnTo>
                    <a:pt x="0" y="1299944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4" name="Google Shape;266;p18">
              <a:extLst>
                <a:ext uri="{FF2B5EF4-FFF2-40B4-BE49-F238E27FC236}">
                  <a16:creationId xmlns:a16="http://schemas.microsoft.com/office/drawing/2014/main" id="{8C638659-C419-66E3-FCD2-0EEAE85F82B6}"/>
                </a:ext>
              </a:extLst>
            </p:cNvPr>
            <p:cNvGrpSpPr/>
            <p:nvPr/>
          </p:nvGrpSpPr>
          <p:grpSpPr>
            <a:xfrm>
              <a:off x="6649906" y="2738224"/>
              <a:ext cx="16355961" cy="9621416"/>
              <a:chOff x="0" y="-95250"/>
              <a:chExt cx="3230807" cy="1900527"/>
            </a:xfrm>
          </p:grpSpPr>
          <p:sp>
            <p:nvSpPr>
              <p:cNvPr id="6" name="Google Shape;267;p18">
                <a:extLst>
                  <a:ext uri="{FF2B5EF4-FFF2-40B4-BE49-F238E27FC236}">
                    <a16:creationId xmlns:a16="http://schemas.microsoft.com/office/drawing/2014/main" id="{D364AD95-CC21-4E11-C4F9-29AEC366112B}"/>
                  </a:ext>
                </a:extLst>
              </p:cNvPr>
              <p:cNvSpPr/>
              <p:nvPr/>
            </p:nvSpPr>
            <p:spPr>
              <a:xfrm>
                <a:off x="0" y="0"/>
                <a:ext cx="3230807" cy="1805277"/>
              </a:xfrm>
              <a:custGeom>
                <a:avLst/>
                <a:gdLst/>
                <a:ahLst/>
                <a:cxnLst/>
                <a:rect l="l" t="t" r="r" b="b"/>
                <a:pathLst>
                  <a:path w="3230807" h="1805277" extrusionOk="0">
                    <a:moveTo>
                      <a:pt x="0" y="0"/>
                    </a:moveTo>
                    <a:lnTo>
                      <a:pt x="3230807" y="0"/>
                    </a:lnTo>
                    <a:lnTo>
                      <a:pt x="3230807" y="1805277"/>
                    </a:lnTo>
                    <a:lnTo>
                      <a:pt x="0" y="180527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" name="Google Shape;268;p18">
                <a:extLst>
                  <a:ext uri="{FF2B5EF4-FFF2-40B4-BE49-F238E27FC236}">
                    <a16:creationId xmlns:a16="http://schemas.microsoft.com/office/drawing/2014/main" id="{6F3ADFA7-CE85-312D-B85F-12AA7C687252}"/>
                  </a:ext>
                </a:extLst>
              </p:cNvPr>
              <p:cNvSpPr txBox="1"/>
              <p:nvPr/>
            </p:nvSpPr>
            <p:spPr>
              <a:xfrm>
                <a:off x="0" y="-95250"/>
                <a:ext cx="3230807" cy="19005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200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5" name="Google Shape;269;p18">
              <a:extLst>
                <a:ext uri="{FF2B5EF4-FFF2-40B4-BE49-F238E27FC236}">
                  <a16:creationId xmlns:a16="http://schemas.microsoft.com/office/drawing/2014/main" id="{3D0C638A-3C64-DA79-04F2-E43F5B8DE0DF}"/>
                </a:ext>
              </a:extLst>
            </p:cNvPr>
            <p:cNvCxnSpPr/>
            <p:nvPr/>
          </p:nvCxnSpPr>
          <p:spPr>
            <a:xfrm>
              <a:off x="6171566" y="7907062"/>
              <a:ext cx="16834300" cy="0"/>
            </a:xfrm>
            <a:prstGeom prst="straightConnector1">
              <a:avLst/>
            </a:prstGeom>
            <a:noFill/>
            <a:ln w="50800" cap="flat" cmpd="sng">
              <a:solidFill>
                <a:srgbClr val="73D48B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13" name="Google Shape;275;p18">
            <a:extLst>
              <a:ext uri="{FF2B5EF4-FFF2-40B4-BE49-F238E27FC236}">
                <a16:creationId xmlns:a16="http://schemas.microsoft.com/office/drawing/2014/main" id="{97B3C404-E171-77C5-96CF-4CAA54D1F372}"/>
              </a:ext>
            </a:extLst>
          </p:cNvPr>
          <p:cNvGrpSpPr/>
          <p:nvPr userDrawn="1"/>
        </p:nvGrpSpPr>
        <p:grpSpPr>
          <a:xfrm>
            <a:off x="7182540" y="5631232"/>
            <a:ext cx="571348" cy="584739"/>
            <a:chOff x="0" y="-19050"/>
            <a:chExt cx="812800" cy="831850"/>
          </a:xfrm>
        </p:grpSpPr>
        <p:sp>
          <p:nvSpPr>
            <p:cNvPr id="14" name="Google Shape;276;p18">
              <a:extLst>
                <a:ext uri="{FF2B5EF4-FFF2-40B4-BE49-F238E27FC236}">
                  <a16:creationId xmlns:a16="http://schemas.microsoft.com/office/drawing/2014/main" id="{D897643A-8302-653E-C9B0-7E5CCB88039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3D48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277;p18">
              <a:extLst>
                <a:ext uri="{FF2B5EF4-FFF2-40B4-BE49-F238E27FC236}">
                  <a16:creationId xmlns:a16="http://schemas.microsoft.com/office/drawing/2014/main" id="{BE73FF06-9988-4027-4A4E-7940EE5A4026}"/>
                </a:ext>
              </a:extLst>
            </p:cNvPr>
            <p:cNvSpPr txBox="1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200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" name="Google Shape;278;p18">
            <a:extLst>
              <a:ext uri="{FF2B5EF4-FFF2-40B4-BE49-F238E27FC236}">
                <a16:creationId xmlns:a16="http://schemas.microsoft.com/office/drawing/2014/main" id="{0407F5EB-E009-1747-7ED2-7D4E7B4B5860}"/>
              </a:ext>
            </a:extLst>
          </p:cNvPr>
          <p:cNvGrpSpPr/>
          <p:nvPr userDrawn="1"/>
        </p:nvGrpSpPr>
        <p:grpSpPr>
          <a:xfrm>
            <a:off x="9949109" y="5631232"/>
            <a:ext cx="571348" cy="584739"/>
            <a:chOff x="0" y="-19050"/>
            <a:chExt cx="812800" cy="831850"/>
          </a:xfrm>
        </p:grpSpPr>
        <p:sp>
          <p:nvSpPr>
            <p:cNvPr id="17" name="Google Shape;279;p18">
              <a:extLst>
                <a:ext uri="{FF2B5EF4-FFF2-40B4-BE49-F238E27FC236}">
                  <a16:creationId xmlns:a16="http://schemas.microsoft.com/office/drawing/2014/main" id="{D0AA17EE-983E-27DE-6FD4-A71C6A3A2F2B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3D48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280;p18">
              <a:extLst>
                <a:ext uri="{FF2B5EF4-FFF2-40B4-BE49-F238E27FC236}">
                  <a16:creationId xmlns:a16="http://schemas.microsoft.com/office/drawing/2014/main" id="{06B51235-4DF0-17CE-5056-109DC04AFB26}"/>
                </a:ext>
              </a:extLst>
            </p:cNvPr>
            <p:cNvSpPr txBox="1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200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" name="Google Shape;281;p18">
            <a:extLst>
              <a:ext uri="{FF2B5EF4-FFF2-40B4-BE49-F238E27FC236}">
                <a16:creationId xmlns:a16="http://schemas.microsoft.com/office/drawing/2014/main" id="{7F663B51-4ED3-4670-2D96-2794C7C3754A}"/>
              </a:ext>
            </a:extLst>
          </p:cNvPr>
          <p:cNvGrpSpPr/>
          <p:nvPr userDrawn="1"/>
        </p:nvGrpSpPr>
        <p:grpSpPr>
          <a:xfrm>
            <a:off x="12715678" y="5631232"/>
            <a:ext cx="571348" cy="584739"/>
            <a:chOff x="0" y="-19050"/>
            <a:chExt cx="812800" cy="831850"/>
          </a:xfrm>
        </p:grpSpPr>
        <p:sp>
          <p:nvSpPr>
            <p:cNvPr id="20" name="Google Shape;282;p18">
              <a:extLst>
                <a:ext uri="{FF2B5EF4-FFF2-40B4-BE49-F238E27FC236}">
                  <a16:creationId xmlns:a16="http://schemas.microsoft.com/office/drawing/2014/main" id="{45FE1751-D521-EB8E-5FC9-92AECCAC88BE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3D48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83;p18">
              <a:extLst>
                <a:ext uri="{FF2B5EF4-FFF2-40B4-BE49-F238E27FC236}">
                  <a16:creationId xmlns:a16="http://schemas.microsoft.com/office/drawing/2014/main" id="{41490200-50AB-412F-091E-33DA5078E0B0}"/>
                </a:ext>
              </a:extLst>
            </p:cNvPr>
            <p:cNvSpPr txBox="1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200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" name="Google Shape;284;p18">
            <a:extLst>
              <a:ext uri="{FF2B5EF4-FFF2-40B4-BE49-F238E27FC236}">
                <a16:creationId xmlns:a16="http://schemas.microsoft.com/office/drawing/2014/main" id="{76EBF0A9-DC29-CE01-F494-2AFC8B996587}"/>
              </a:ext>
            </a:extLst>
          </p:cNvPr>
          <p:cNvGrpSpPr/>
          <p:nvPr userDrawn="1"/>
        </p:nvGrpSpPr>
        <p:grpSpPr>
          <a:xfrm>
            <a:off x="15482247" y="5631232"/>
            <a:ext cx="571348" cy="584739"/>
            <a:chOff x="0" y="-19050"/>
            <a:chExt cx="812800" cy="831850"/>
          </a:xfrm>
        </p:grpSpPr>
        <p:sp>
          <p:nvSpPr>
            <p:cNvPr id="28" name="Google Shape;285;p18">
              <a:extLst>
                <a:ext uri="{FF2B5EF4-FFF2-40B4-BE49-F238E27FC236}">
                  <a16:creationId xmlns:a16="http://schemas.microsoft.com/office/drawing/2014/main" id="{CA380C8C-6090-B798-37E0-814A7657901A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3D48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86;p18">
              <a:extLst>
                <a:ext uri="{FF2B5EF4-FFF2-40B4-BE49-F238E27FC236}">
                  <a16:creationId xmlns:a16="http://schemas.microsoft.com/office/drawing/2014/main" id="{53EFF9FB-BB53-DD0F-4849-17FAD84A316E}"/>
                </a:ext>
              </a:extLst>
            </p:cNvPr>
            <p:cNvSpPr txBox="1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200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4" name="Google Shape;25;p4">
            <a:extLst>
              <a:ext uri="{FF2B5EF4-FFF2-40B4-BE49-F238E27FC236}">
                <a16:creationId xmlns:a16="http://schemas.microsoft.com/office/drawing/2014/main" id="{A81A46BB-2260-B526-3278-CB05426AC2A5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6039697" y="395433"/>
            <a:ext cx="11731501" cy="1580771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45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Title, 100, str</a:t>
            </a:r>
            <a:endParaRPr dirty="0"/>
          </a:p>
        </p:txBody>
      </p:sp>
      <p:sp>
        <p:nvSpPr>
          <p:cNvPr id="36" name="Text Placeholder 36">
            <a:extLst>
              <a:ext uri="{FF2B5EF4-FFF2-40B4-BE49-F238E27FC236}">
                <a16:creationId xmlns:a16="http://schemas.microsoft.com/office/drawing/2014/main" id="{7B87526E-FB27-9D4D-8B29-549726133EA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46202" y="7277100"/>
            <a:ext cx="4292600" cy="1884018"/>
          </a:xfrm>
        </p:spPr>
        <p:txBody>
          <a:bodyPr/>
          <a:lstStyle>
            <a:lvl1pPr marL="88900" indent="0">
              <a:buNone/>
              <a:defRPr/>
            </a:lvl1pPr>
          </a:lstStyle>
          <a:p>
            <a:pPr lvl="0"/>
            <a:r>
              <a:rPr lang="en-US" dirty="0"/>
              <a:t>Content1, 200, str</a:t>
            </a:r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C3B1276A-107B-A9A2-D6A6-C9B2AB5239E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99113" y="6229350"/>
            <a:ext cx="3830637" cy="852488"/>
          </a:xfrm>
        </p:spPr>
        <p:txBody>
          <a:bodyPr>
            <a:normAutofit/>
          </a:bodyPr>
          <a:lstStyle>
            <a:lvl1pPr marL="88900" indent="0">
              <a:buNone/>
              <a:defRPr lang="en-US" sz="3199" b="0" i="0" u="none" strike="noStrike" cap="none" dirty="0">
                <a:solidFill>
                  <a:srgbClr val="63AF76"/>
                </a:solidFill>
                <a:latin typeface="Zilla Slab"/>
                <a:ea typeface="Zilla Slab"/>
                <a:cs typeface="Zilla Slab"/>
                <a:sym typeface="Arial"/>
              </a:defRPr>
            </a:lvl1pPr>
          </a:lstStyle>
          <a:p>
            <a:pPr lvl="0"/>
            <a:r>
              <a:rPr lang="en-US" sz="3199" b="0" i="0" u="none" strike="noStrike" cap="none" dirty="0">
                <a:solidFill>
                  <a:srgbClr val="63AF76"/>
                </a:solidFill>
                <a:latin typeface="Zilla Slab"/>
                <a:ea typeface="Zilla Slab"/>
                <a:sym typeface="Arial"/>
              </a:rPr>
              <a:t>Subtitle1, 30, str</a:t>
            </a:r>
            <a:endParaRPr lang="en-US" dirty="0"/>
          </a:p>
        </p:txBody>
      </p:sp>
      <p:sp>
        <p:nvSpPr>
          <p:cNvPr id="39" name="Text Placeholder 36">
            <a:extLst>
              <a:ext uri="{FF2B5EF4-FFF2-40B4-BE49-F238E27FC236}">
                <a16:creationId xmlns:a16="http://schemas.microsoft.com/office/drawing/2014/main" id="{36B109D0-DFB8-4959-CB37-93D8865D52B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994152" y="2514600"/>
            <a:ext cx="4292600" cy="1884018"/>
          </a:xfrm>
        </p:spPr>
        <p:txBody>
          <a:bodyPr/>
          <a:lstStyle>
            <a:lvl1pPr marL="88900" indent="0">
              <a:buNone/>
              <a:defRPr/>
            </a:lvl1pPr>
          </a:lstStyle>
          <a:p>
            <a:pPr lvl="0"/>
            <a:r>
              <a:rPr lang="en-US" dirty="0"/>
              <a:t>Content2, 200, str</a:t>
            </a:r>
          </a:p>
        </p:txBody>
      </p:sp>
      <p:sp>
        <p:nvSpPr>
          <p:cNvPr id="40" name="Text Placeholder 37">
            <a:extLst>
              <a:ext uri="{FF2B5EF4-FFF2-40B4-BE49-F238E27FC236}">
                <a16:creationId xmlns:a16="http://schemas.microsoft.com/office/drawing/2014/main" id="{46B210BF-85D7-11F8-AA3A-1A60DDFE289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247063" y="4572000"/>
            <a:ext cx="3830637" cy="852488"/>
          </a:xfrm>
        </p:spPr>
        <p:txBody>
          <a:bodyPr>
            <a:normAutofit/>
          </a:bodyPr>
          <a:lstStyle>
            <a:lvl1pPr marL="88900" indent="0">
              <a:buNone/>
              <a:defRPr lang="en-US" sz="3199" b="0" i="0" u="none" strike="noStrike" cap="none" dirty="0">
                <a:solidFill>
                  <a:srgbClr val="63AF76"/>
                </a:solidFill>
                <a:latin typeface="Zilla Slab"/>
                <a:ea typeface="Zilla Slab"/>
                <a:cs typeface="Zilla Slab"/>
                <a:sym typeface="Arial"/>
              </a:defRPr>
            </a:lvl1pPr>
          </a:lstStyle>
          <a:p>
            <a:pPr lvl="0"/>
            <a:r>
              <a:rPr lang="en-US" sz="3199" b="0" i="0" u="none" strike="noStrike" cap="none" dirty="0">
                <a:solidFill>
                  <a:srgbClr val="63AF76"/>
                </a:solidFill>
                <a:latin typeface="Zilla Slab"/>
                <a:ea typeface="Zilla Slab"/>
                <a:sym typeface="Arial"/>
              </a:rPr>
              <a:t>Subtitle2, 30, str</a:t>
            </a:r>
            <a:endParaRPr lang="en-US" dirty="0"/>
          </a:p>
        </p:txBody>
      </p:sp>
      <p:sp>
        <p:nvSpPr>
          <p:cNvPr id="41" name="Text Placeholder 36">
            <a:extLst>
              <a:ext uri="{FF2B5EF4-FFF2-40B4-BE49-F238E27FC236}">
                <a16:creationId xmlns:a16="http://schemas.microsoft.com/office/drawing/2014/main" id="{908A4ADF-38B4-EFE3-8204-D4D307F0CD1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794502" y="7353300"/>
            <a:ext cx="4292600" cy="1884018"/>
          </a:xfrm>
        </p:spPr>
        <p:txBody>
          <a:bodyPr/>
          <a:lstStyle>
            <a:lvl1pPr marL="88900" indent="0">
              <a:buNone/>
              <a:defRPr/>
            </a:lvl1pPr>
          </a:lstStyle>
          <a:p>
            <a:pPr lvl="0"/>
            <a:r>
              <a:rPr lang="en-US" dirty="0"/>
              <a:t>Content3, 200, str</a:t>
            </a:r>
          </a:p>
        </p:txBody>
      </p:sp>
      <p:sp>
        <p:nvSpPr>
          <p:cNvPr id="42" name="Text Placeholder 37">
            <a:extLst>
              <a:ext uri="{FF2B5EF4-FFF2-40B4-BE49-F238E27FC236}">
                <a16:creationId xmlns:a16="http://schemas.microsoft.com/office/drawing/2014/main" id="{D429B8DC-E828-7FED-D566-FA9B50D4CA1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1047413" y="6305550"/>
            <a:ext cx="3830637" cy="852488"/>
          </a:xfrm>
        </p:spPr>
        <p:txBody>
          <a:bodyPr>
            <a:normAutofit/>
          </a:bodyPr>
          <a:lstStyle>
            <a:lvl1pPr marL="88900" indent="0">
              <a:buNone/>
              <a:defRPr lang="en-US" sz="3199" b="0" i="0" u="none" strike="noStrike" cap="none" dirty="0">
                <a:solidFill>
                  <a:srgbClr val="63AF76"/>
                </a:solidFill>
                <a:latin typeface="Zilla Slab"/>
                <a:ea typeface="Zilla Slab"/>
                <a:cs typeface="Zilla Slab"/>
                <a:sym typeface="Arial"/>
              </a:defRPr>
            </a:lvl1pPr>
          </a:lstStyle>
          <a:p>
            <a:pPr lvl="0"/>
            <a:r>
              <a:rPr lang="en-US" sz="3199" b="0" i="0" u="none" strike="noStrike" cap="none" dirty="0">
                <a:solidFill>
                  <a:srgbClr val="63AF76"/>
                </a:solidFill>
                <a:latin typeface="Zilla Slab"/>
                <a:ea typeface="Zilla Slab"/>
                <a:sym typeface="Arial"/>
              </a:rPr>
              <a:t>Subtitle3, 30, str</a:t>
            </a:r>
            <a:endParaRPr lang="en-US" dirty="0"/>
          </a:p>
        </p:txBody>
      </p:sp>
      <p:sp>
        <p:nvSpPr>
          <p:cNvPr id="43" name="Text Placeholder 36">
            <a:extLst>
              <a:ext uri="{FF2B5EF4-FFF2-40B4-BE49-F238E27FC236}">
                <a16:creationId xmlns:a16="http://schemas.microsoft.com/office/drawing/2014/main" id="{4F16E6D5-3CB8-C1D9-7342-DCCC0EDFA22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3423402" y="2571750"/>
            <a:ext cx="4292600" cy="1884018"/>
          </a:xfrm>
        </p:spPr>
        <p:txBody>
          <a:bodyPr/>
          <a:lstStyle>
            <a:lvl1pPr marL="88900" indent="0">
              <a:buNone/>
              <a:defRPr/>
            </a:lvl1pPr>
          </a:lstStyle>
          <a:p>
            <a:pPr lvl="0"/>
            <a:r>
              <a:rPr lang="en-US" dirty="0"/>
              <a:t>Content4, 200, str</a:t>
            </a:r>
          </a:p>
        </p:txBody>
      </p:sp>
      <p:sp>
        <p:nvSpPr>
          <p:cNvPr id="44" name="Text Placeholder 37">
            <a:extLst>
              <a:ext uri="{FF2B5EF4-FFF2-40B4-BE49-F238E27FC236}">
                <a16:creationId xmlns:a16="http://schemas.microsoft.com/office/drawing/2014/main" id="{C02EE080-A17A-EF41-515A-7DB85389B6A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3676313" y="4591050"/>
            <a:ext cx="3830637" cy="852488"/>
          </a:xfrm>
        </p:spPr>
        <p:txBody>
          <a:bodyPr>
            <a:normAutofit/>
          </a:bodyPr>
          <a:lstStyle>
            <a:lvl1pPr marL="88900" indent="0">
              <a:buNone/>
              <a:defRPr lang="en-US" sz="3199" b="0" i="0" u="none" strike="noStrike" cap="none" dirty="0">
                <a:solidFill>
                  <a:srgbClr val="63AF76"/>
                </a:solidFill>
                <a:latin typeface="Zilla Slab"/>
                <a:ea typeface="Zilla Slab"/>
                <a:cs typeface="Zilla Slab"/>
                <a:sym typeface="Arial"/>
              </a:defRPr>
            </a:lvl1pPr>
          </a:lstStyle>
          <a:p>
            <a:pPr lvl="0"/>
            <a:r>
              <a:rPr lang="en-US" sz="3199" b="0" i="0" u="none" strike="noStrike" cap="none" dirty="0">
                <a:solidFill>
                  <a:srgbClr val="63AF76"/>
                </a:solidFill>
                <a:latin typeface="Zilla Slab"/>
                <a:ea typeface="Zilla Slab"/>
                <a:sym typeface="Arial"/>
              </a:rPr>
              <a:t>Subtitle4, 30, str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736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5" preserve="1" userDrawn="1">
  <p:cSld name="1_Custom Layout 5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565;p25">
            <a:extLst>
              <a:ext uri="{FF2B5EF4-FFF2-40B4-BE49-F238E27FC236}">
                <a16:creationId xmlns:a16="http://schemas.microsoft.com/office/drawing/2014/main" id="{6A5DA4F1-2BD6-40BB-3F20-1A1AD343E37E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9136" r="4826"/>
          <a:stretch/>
        </p:blipFill>
        <p:spPr>
          <a:xfrm rot="21252897">
            <a:off x="8420151" y="3177386"/>
            <a:ext cx="10354247" cy="80332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566;p25">
            <a:extLst>
              <a:ext uri="{FF2B5EF4-FFF2-40B4-BE49-F238E27FC236}">
                <a16:creationId xmlns:a16="http://schemas.microsoft.com/office/drawing/2014/main" id="{541FB3D4-2F04-C3AB-474C-A1C601CF0373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l="12796" r="25233"/>
          <a:stretch/>
        </p:blipFill>
        <p:spPr>
          <a:xfrm rot="1608954">
            <a:off x="-1703360" y="-2354771"/>
            <a:ext cx="6668390" cy="717381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" name="Google Shape;567;p25">
            <a:extLst>
              <a:ext uri="{FF2B5EF4-FFF2-40B4-BE49-F238E27FC236}">
                <a16:creationId xmlns:a16="http://schemas.microsoft.com/office/drawing/2014/main" id="{4D8E296F-9046-3558-9326-3750AF0D3769}"/>
              </a:ext>
            </a:extLst>
          </p:cNvPr>
          <p:cNvGrpSpPr/>
          <p:nvPr userDrawn="1"/>
        </p:nvGrpSpPr>
        <p:grpSpPr>
          <a:xfrm rot="-157136">
            <a:off x="1087294" y="1981503"/>
            <a:ext cx="8139767" cy="6668264"/>
            <a:chOff x="0" y="-95250"/>
            <a:chExt cx="2143807" cy="1756251"/>
          </a:xfrm>
        </p:grpSpPr>
        <p:sp>
          <p:nvSpPr>
            <p:cNvPr id="19" name="Google Shape;568;p25">
              <a:extLst>
                <a:ext uri="{FF2B5EF4-FFF2-40B4-BE49-F238E27FC236}">
                  <a16:creationId xmlns:a16="http://schemas.microsoft.com/office/drawing/2014/main" id="{C6360E38-EA04-1AC8-675C-29E779D8F587}"/>
                </a:ext>
              </a:extLst>
            </p:cNvPr>
            <p:cNvSpPr/>
            <p:nvPr/>
          </p:nvSpPr>
          <p:spPr>
            <a:xfrm>
              <a:off x="0" y="0"/>
              <a:ext cx="2143807" cy="1661001"/>
            </a:xfrm>
            <a:custGeom>
              <a:avLst/>
              <a:gdLst/>
              <a:ahLst/>
              <a:cxnLst/>
              <a:rect l="l" t="t" r="r" b="b"/>
              <a:pathLst>
                <a:path w="2143807" h="1661001" extrusionOk="0">
                  <a:moveTo>
                    <a:pt x="0" y="0"/>
                  </a:moveTo>
                  <a:lnTo>
                    <a:pt x="2143807" y="0"/>
                  </a:lnTo>
                  <a:lnTo>
                    <a:pt x="2143807" y="1661001"/>
                  </a:lnTo>
                  <a:lnTo>
                    <a:pt x="0" y="1661001"/>
                  </a:lnTo>
                  <a:close/>
                </a:path>
              </a:pathLst>
            </a:custGeom>
            <a:solidFill>
              <a:srgbClr val="4DA363">
                <a:alpha val="57254"/>
              </a:srgb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Google Shape;569;p25">
              <a:extLst>
                <a:ext uri="{FF2B5EF4-FFF2-40B4-BE49-F238E27FC236}">
                  <a16:creationId xmlns:a16="http://schemas.microsoft.com/office/drawing/2014/main" id="{BAAB9FEE-2D12-07B3-021C-6EE7579A01C9}"/>
                </a:ext>
              </a:extLst>
            </p:cNvPr>
            <p:cNvSpPr txBox="1"/>
            <p:nvPr/>
          </p:nvSpPr>
          <p:spPr>
            <a:xfrm>
              <a:off x="0" y="-95250"/>
              <a:ext cx="2143807" cy="17562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200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" name="Google Shape;570;p25">
            <a:extLst>
              <a:ext uri="{FF2B5EF4-FFF2-40B4-BE49-F238E27FC236}">
                <a16:creationId xmlns:a16="http://schemas.microsoft.com/office/drawing/2014/main" id="{A3C416F0-547C-73A1-DE27-541B2FB4FDF2}"/>
              </a:ext>
            </a:extLst>
          </p:cNvPr>
          <p:cNvGrpSpPr/>
          <p:nvPr userDrawn="1"/>
        </p:nvGrpSpPr>
        <p:grpSpPr>
          <a:xfrm rot="-157136">
            <a:off x="1256694" y="1541672"/>
            <a:ext cx="8139767" cy="6842382"/>
            <a:chOff x="0" y="-95250"/>
            <a:chExt cx="2143807" cy="1802109"/>
          </a:xfrm>
        </p:grpSpPr>
        <p:sp>
          <p:nvSpPr>
            <p:cNvPr id="22" name="Google Shape;571;p25">
              <a:extLst>
                <a:ext uri="{FF2B5EF4-FFF2-40B4-BE49-F238E27FC236}">
                  <a16:creationId xmlns:a16="http://schemas.microsoft.com/office/drawing/2014/main" id="{49DA38D7-2D5F-51B0-D7AB-FBE46D14AAF4}"/>
                </a:ext>
              </a:extLst>
            </p:cNvPr>
            <p:cNvSpPr/>
            <p:nvPr/>
          </p:nvSpPr>
          <p:spPr>
            <a:xfrm>
              <a:off x="0" y="0"/>
              <a:ext cx="2143807" cy="1706859"/>
            </a:xfrm>
            <a:custGeom>
              <a:avLst/>
              <a:gdLst/>
              <a:ahLst/>
              <a:cxnLst/>
              <a:rect l="l" t="t" r="r" b="b"/>
              <a:pathLst>
                <a:path w="2143807" h="1706859" extrusionOk="0">
                  <a:moveTo>
                    <a:pt x="0" y="0"/>
                  </a:moveTo>
                  <a:lnTo>
                    <a:pt x="2143807" y="0"/>
                  </a:lnTo>
                  <a:lnTo>
                    <a:pt x="2143807" y="1706859"/>
                  </a:lnTo>
                  <a:lnTo>
                    <a:pt x="0" y="170685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Google Shape;572;p25">
              <a:extLst>
                <a:ext uri="{FF2B5EF4-FFF2-40B4-BE49-F238E27FC236}">
                  <a16:creationId xmlns:a16="http://schemas.microsoft.com/office/drawing/2014/main" id="{A0B053A9-B37D-1616-4666-EB48A20F7213}"/>
                </a:ext>
              </a:extLst>
            </p:cNvPr>
            <p:cNvSpPr txBox="1"/>
            <p:nvPr/>
          </p:nvSpPr>
          <p:spPr>
            <a:xfrm>
              <a:off x="0" y="-95250"/>
              <a:ext cx="2143807" cy="180210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200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" name="Google Shape;573;p25">
            <a:extLst>
              <a:ext uri="{FF2B5EF4-FFF2-40B4-BE49-F238E27FC236}">
                <a16:creationId xmlns:a16="http://schemas.microsoft.com/office/drawing/2014/main" id="{D5774692-7378-088F-9B31-AFC17E886132}"/>
              </a:ext>
            </a:extLst>
          </p:cNvPr>
          <p:cNvSpPr/>
          <p:nvPr userDrawn="1"/>
        </p:nvSpPr>
        <p:spPr>
          <a:xfrm rot="18487302">
            <a:off x="11387185" y="300177"/>
            <a:ext cx="1433306" cy="2671970"/>
          </a:xfrm>
          <a:custGeom>
            <a:avLst/>
            <a:gdLst/>
            <a:ahLst/>
            <a:cxnLst/>
            <a:rect l="l" t="t" r="r" b="b"/>
            <a:pathLst>
              <a:path w="1433306" h="2671970" extrusionOk="0">
                <a:moveTo>
                  <a:pt x="0" y="0"/>
                </a:moveTo>
                <a:lnTo>
                  <a:pt x="1433307" y="0"/>
                </a:lnTo>
                <a:lnTo>
                  <a:pt x="1433307" y="2671970"/>
                </a:lnTo>
                <a:lnTo>
                  <a:pt x="0" y="2671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l="-230928" b="-53997"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5" name="Google Shape;574;p25">
            <a:extLst>
              <a:ext uri="{FF2B5EF4-FFF2-40B4-BE49-F238E27FC236}">
                <a16:creationId xmlns:a16="http://schemas.microsoft.com/office/drawing/2014/main" id="{D35D52BB-9820-E958-4AD8-3F8B3F0318E7}"/>
              </a:ext>
            </a:extLst>
          </p:cNvPr>
          <p:cNvSpPr/>
          <p:nvPr userDrawn="1"/>
        </p:nvSpPr>
        <p:spPr>
          <a:xfrm rot="674912">
            <a:off x="14263471" y="-1088363"/>
            <a:ext cx="1433306" cy="2671970"/>
          </a:xfrm>
          <a:custGeom>
            <a:avLst/>
            <a:gdLst/>
            <a:ahLst/>
            <a:cxnLst/>
            <a:rect l="l" t="t" r="r" b="b"/>
            <a:pathLst>
              <a:path w="1433306" h="2671970" extrusionOk="0">
                <a:moveTo>
                  <a:pt x="0" y="0"/>
                </a:moveTo>
                <a:lnTo>
                  <a:pt x="1433307" y="0"/>
                </a:lnTo>
                <a:lnTo>
                  <a:pt x="1433307" y="2671970"/>
                </a:lnTo>
                <a:lnTo>
                  <a:pt x="0" y="2671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l="-230928" b="-53997"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" name="Google Shape;575;p25">
            <a:extLst>
              <a:ext uri="{FF2B5EF4-FFF2-40B4-BE49-F238E27FC236}">
                <a16:creationId xmlns:a16="http://schemas.microsoft.com/office/drawing/2014/main" id="{483426A0-B67D-5F17-D052-0CA92F0A2394}"/>
              </a:ext>
            </a:extLst>
          </p:cNvPr>
          <p:cNvSpPr/>
          <p:nvPr userDrawn="1"/>
        </p:nvSpPr>
        <p:spPr>
          <a:xfrm>
            <a:off x="0" y="8832250"/>
            <a:ext cx="2079348" cy="2493256"/>
          </a:xfrm>
          <a:custGeom>
            <a:avLst/>
            <a:gdLst/>
            <a:ahLst/>
            <a:cxnLst/>
            <a:rect l="l" t="t" r="r" b="b"/>
            <a:pathLst>
              <a:path w="2079348" h="2493256" extrusionOk="0">
                <a:moveTo>
                  <a:pt x="0" y="0"/>
                </a:moveTo>
                <a:lnTo>
                  <a:pt x="2079348" y="0"/>
                </a:lnTo>
                <a:lnTo>
                  <a:pt x="2079348" y="2493256"/>
                </a:lnTo>
                <a:lnTo>
                  <a:pt x="0" y="24932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l="-53893" t="-65035" r="-74208"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27" name="Google Shape;576;p25">
            <a:extLst>
              <a:ext uri="{FF2B5EF4-FFF2-40B4-BE49-F238E27FC236}">
                <a16:creationId xmlns:a16="http://schemas.microsoft.com/office/drawing/2014/main" id="{7805645E-86F7-83AA-B2E3-A9698C00D0E8}"/>
              </a:ext>
            </a:extLst>
          </p:cNvPr>
          <p:cNvGrpSpPr/>
          <p:nvPr userDrawn="1"/>
        </p:nvGrpSpPr>
        <p:grpSpPr>
          <a:xfrm>
            <a:off x="3072682" y="1340323"/>
            <a:ext cx="4290294" cy="1160359"/>
            <a:chOff x="0" y="0"/>
            <a:chExt cx="5720393" cy="1547146"/>
          </a:xfrm>
        </p:grpSpPr>
        <p:sp>
          <p:nvSpPr>
            <p:cNvPr id="28" name="Google Shape;577;p25">
              <a:extLst>
                <a:ext uri="{FF2B5EF4-FFF2-40B4-BE49-F238E27FC236}">
                  <a16:creationId xmlns:a16="http://schemas.microsoft.com/office/drawing/2014/main" id="{EC836E83-D0A1-E0F4-96E0-EB8C43B1989F}"/>
                </a:ext>
              </a:extLst>
            </p:cNvPr>
            <p:cNvSpPr/>
            <p:nvPr/>
          </p:nvSpPr>
          <p:spPr>
            <a:xfrm rot="-148236">
              <a:off x="11657" y="122161"/>
              <a:ext cx="5682136" cy="663382"/>
            </a:xfrm>
            <a:custGeom>
              <a:avLst/>
              <a:gdLst/>
              <a:ahLst/>
              <a:cxnLst/>
              <a:rect l="l" t="t" r="r" b="b"/>
              <a:pathLst>
                <a:path w="5682136" h="663382" extrusionOk="0">
                  <a:moveTo>
                    <a:pt x="0" y="0"/>
                  </a:moveTo>
                  <a:lnTo>
                    <a:pt x="5682137" y="0"/>
                  </a:lnTo>
                  <a:lnTo>
                    <a:pt x="5682137" y="663382"/>
                  </a:lnTo>
                  <a:lnTo>
                    <a:pt x="0" y="66338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 amt="73000"/>
              </a:blip>
              <a:stretch>
                <a:fillRect b="-104498"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Google Shape;578;p25">
              <a:extLst>
                <a:ext uri="{FF2B5EF4-FFF2-40B4-BE49-F238E27FC236}">
                  <a16:creationId xmlns:a16="http://schemas.microsoft.com/office/drawing/2014/main" id="{6E96F401-E371-0A2A-F6D2-E8C7ECFED86C}"/>
                </a:ext>
              </a:extLst>
            </p:cNvPr>
            <p:cNvSpPr/>
            <p:nvPr/>
          </p:nvSpPr>
          <p:spPr>
            <a:xfrm rot="-148236">
              <a:off x="26599" y="761603"/>
              <a:ext cx="5682136" cy="663382"/>
            </a:xfrm>
            <a:custGeom>
              <a:avLst/>
              <a:gdLst/>
              <a:ahLst/>
              <a:cxnLst/>
              <a:rect l="l" t="t" r="r" b="b"/>
              <a:pathLst>
                <a:path w="5682136" h="663382" extrusionOk="0">
                  <a:moveTo>
                    <a:pt x="0" y="0"/>
                  </a:moveTo>
                  <a:lnTo>
                    <a:pt x="5682136" y="0"/>
                  </a:lnTo>
                  <a:lnTo>
                    <a:pt x="5682136" y="663382"/>
                  </a:lnTo>
                  <a:lnTo>
                    <a:pt x="0" y="66338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 amt="47000"/>
              </a:blip>
              <a:stretch>
                <a:fillRect t="-104498"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2" name="Google Shape;581;p25">
            <a:extLst>
              <a:ext uri="{FF2B5EF4-FFF2-40B4-BE49-F238E27FC236}">
                <a16:creationId xmlns:a16="http://schemas.microsoft.com/office/drawing/2014/main" id="{7CAC0CB4-54E6-69A5-F789-B5A25EEEDF9F}"/>
              </a:ext>
            </a:extLst>
          </p:cNvPr>
          <p:cNvGrpSpPr/>
          <p:nvPr userDrawn="1"/>
        </p:nvGrpSpPr>
        <p:grpSpPr>
          <a:xfrm rot="70540">
            <a:off x="13325612" y="2402721"/>
            <a:ext cx="1428080" cy="1415798"/>
            <a:chOff x="0" y="0"/>
            <a:chExt cx="1904107" cy="1887730"/>
          </a:xfrm>
        </p:grpSpPr>
        <p:sp>
          <p:nvSpPr>
            <p:cNvPr id="33" name="Google Shape;582;p25">
              <a:extLst>
                <a:ext uri="{FF2B5EF4-FFF2-40B4-BE49-F238E27FC236}">
                  <a16:creationId xmlns:a16="http://schemas.microsoft.com/office/drawing/2014/main" id="{4EDCADF0-B11F-3C71-E141-A7639C473FF9}"/>
                </a:ext>
              </a:extLst>
            </p:cNvPr>
            <p:cNvSpPr/>
            <p:nvPr/>
          </p:nvSpPr>
          <p:spPr>
            <a:xfrm rot="-391116">
              <a:off x="43450" y="94795"/>
              <a:ext cx="1719192" cy="863370"/>
            </a:xfrm>
            <a:custGeom>
              <a:avLst/>
              <a:gdLst/>
              <a:ahLst/>
              <a:cxnLst/>
              <a:rect l="l" t="t" r="r" b="b"/>
              <a:pathLst>
                <a:path w="1719192" h="863370" extrusionOk="0">
                  <a:moveTo>
                    <a:pt x="0" y="0"/>
                  </a:moveTo>
                  <a:lnTo>
                    <a:pt x="1719192" y="0"/>
                  </a:lnTo>
                  <a:lnTo>
                    <a:pt x="1719192" y="863370"/>
                  </a:lnTo>
                  <a:lnTo>
                    <a:pt x="0" y="86337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/>
              </a:blip>
              <a:stretch>
                <a:fillRect b="-99485"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Google Shape;583;p25">
              <a:extLst>
                <a:ext uri="{FF2B5EF4-FFF2-40B4-BE49-F238E27FC236}">
                  <a16:creationId xmlns:a16="http://schemas.microsoft.com/office/drawing/2014/main" id="{A2B755A4-AF3E-9249-3711-AEB9CEF70680}"/>
                </a:ext>
              </a:extLst>
            </p:cNvPr>
            <p:cNvSpPr/>
            <p:nvPr/>
          </p:nvSpPr>
          <p:spPr>
            <a:xfrm rot="-391116">
              <a:off x="141465" y="929564"/>
              <a:ext cx="1719192" cy="863370"/>
            </a:xfrm>
            <a:custGeom>
              <a:avLst/>
              <a:gdLst/>
              <a:ahLst/>
              <a:cxnLst/>
              <a:rect l="l" t="t" r="r" b="b"/>
              <a:pathLst>
                <a:path w="1719192" h="863370" extrusionOk="0">
                  <a:moveTo>
                    <a:pt x="0" y="0"/>
                  </a:moveTo>
                  <a:lnTo>
                    <a:pt x="1719191" y="0"/>
                  </a:lnTo>
                  <a:lnTo>
                    <a:pt x="1719191" y="863369"/>
                  </a:lnTo>
                  <a:lnTo>
                    <a:pt x="0" y="86336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 amt="48000"/>
              </a:blip>
              <a:stretch>
                <a:fillRect t="-99485"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5" name="Google Shape;83;p7">
            <a:extLst>
              <a:ext uri="{FF2B5EF4-FFF2-40B4-BE49-F238E27FC236}">
                <a16:creationId xmlns:a16="http://schemas.microsoft.com/office/drawing/2014/main" id="{F8A7820D-50DC-14A4-2F63-173E71709473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 rot="21419286">
            <a:off x="2065755" y="3058633"/>
            <a:ext cx="6467711" cy="4717804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63AF77"/>
              </a:buClr>
              <a:buSzPts val="11450"/>
              <a:buNone/>
              <a:defRPr sz="8800">
                <a:solidFill>
                  <a:schemeClr val="tx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outro, 60, str</a:t>
            </a:r>
            <a:endParaRPr dirty="0"/>
          </a:p>
        </p:txBody>
      </p:sp>
      <p:sp>
        <p:nvSpPr>
          <p:cNvPr id="2" name="TextBox 3">
            <a:extLst>
              <a:ext uri="{FF2B5EF4-FFF2-40B4-BE49-F238E27FC236}">
                <a16:creationId xmlns:a16="http://schemas.microsoft.com/office/drawing/2014/main" id="{6EB039A2-FF4F-64B7-495A-630BCA843162}"/>
              </a:ext>
            </a:extLst>
          </p:cNvPr>
          <p:cNvSpPr txBox="1"/>
          <p:nvPr userDrawn="1"/>
        </p:nvSpPr>
        <p:spPr>
          <a:xfrm>
            <a:off x="15869805" y="247621"/>
            <a:ext cx="32830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US" sz="1600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Designed by </a:t>
            </a:r>
            <a:r>
              <a:rPr lang="en-US" sz="16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</a:t>
            </a:r>
            <a:r>
              <a:rPr lang="en-US" sz="16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Carnival</a:t>
            </a:r>
            <a:endParaRPr lang="en-US" sz="1600" b="1" dirty="0">
              <a:solidFill>
                <a:schemeClr val="accent2">
                  <a:lumMod val="60000"/>
                  <a:lumOff val="4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29873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2" preserve="1" userDrawn="1">
  <p:cSld name="1_Custom Layout 2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1075251" y="1028700"/>
            <a:ext cx="16137603" cy="9258361"/>
          </a:xfrm>
          <a:custGeom>
            <a:avLst/>
            <a:gdLst/>
            <a:ahLst/>
            <a:cxnLst/>
            <a:rect l="l" t="t" r="r" b="b"/>
            <a:pathLst>
              <a:path w="4250205" h="2438400" extrusionOk="0">
                <a:moveTo>
                  <a:pt x="0" y="0"/>
                </a:moveTo>
                <a:lnTo>
                  <a:pt x="4250205" y="0"/>
                </a:lnTo>
                <a:lnTo>
                  <a:pt x="4250205" y="2438400"/>
                </a:lnTo>
                <a:lnTo>
                  <a:pt x="0" y="24384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4" name="Google Shape;24;p4"/>
          <p:cNvSpPr/>
          <p:nvPr/>
        </p:nvSpPr>
        <p:spPr>
          <a:xfrm>
            <a:off x="7315736" y="592202"/>
            <a:ext cx="3656528" cy="872996"/>
          </a:xfrm>
          <a:custGeom>
            <a:avLst/>
            <a:gdLst/>
            <a:ahLst/>
            <a:cxnLst/>
            <a:rect l="l" t="t" r="r" b="b"/>
            <a:pathLst>
              <a:path w="3656528" h="872996" extrusionOk="0">
                <a:moveTo>
                  <a:pt x="0" y="0"/>
                </a:moveTo>
                <a:lnTo>
                  <a:pt x="3656528" y="0"/>
                </a:lnTo>
                <a:lnTo>
                  <a:pt x="3656528" y="872996"/>
                </a:lnTo>
                <a:lnTo>
                  <a:pt x="0" y="8729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5" name="Google Shape;25;p4"/>
          <p:cNvSpPr txBox="1">
            <a:spLocks noGrp="1"/>
          </p:cNvSpPr>
          <p:nvPr>
            <p:ph type="title" hasCustomPrompt="1"/>
          </p:nvPr>
        </p:nvSpPr>
        <p:spPr>
          <a:xfrm>
            <a:off x="1511400" y="1748468"/>
            <a:ext cx="15265300" cy="1580771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45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Title, 120, str</a:t>
            </a:r>
            <a:endParaRPr dirty="0"/>
          </a:p>
        </p:txBody>
      </p:sp>
      <p:sp>
        <p:nvSpPr>
          <p:cNvPr id="26" name="Google Shape;26;p4"/>
          <p:cNvSpPr txBox="1">
            <a:spLocks noGrp="1"/>
          </p:cNvSpPr>
          <p:nvPr>
            <p:ph type="body" idx="1" hasCustomPrompt="1"/>
          </p:nvPr>
        </p:nvSpPr>
        <p:spPr>
          <a:xfrm>
            <a:off x="1524100" y="3765736"/>
            <a:ext cx="15468500" cy="602596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>
            <a:lvl1pPr marL="88900" lvl="0" indent="0" algn="just">
              <a:spcBef>
                <a:spcPts val="640"/>
              </a:spcBef>
              <a:spcAft>
                <a:spcPts val="0"/>
              </a:spcAft>
              <a:buSzPts val="2200"/>
              <a:buNone/>
              <a:defRPr sz="2400"/>
            </a:lvl1pPr>
            <a:lvl2pPr marL="914400" lvl="1" indent="-368300">
              <a:spcBef>
                <a:spcPts val="560"/>
              </a:spcBef>
              <a:spcAft>
                <a:spcPts val="0"/>
              </a:spcAft>
              <a:buSzPts val="2200"/>
              <a:buChar char="–"/>
              <a:defRPr/>
            </a:lvl2pPr>
            <a:lvl3pPr marL="1371600" lvl="2" indent="-368300">
              <a:spcBef>
                <a:spcPts val="480"/>
              </a:spcBef>
              <a:spcAft>
                <a:spcPts val="0"/>
              </a:spcAft>
              <a:buSzPts val="2200"/>
              <a:buChar char="•"/>
              <a:defRPr/>
            </a:lvl3pPr>
            <a:lvl4pPr marL="1828800" lvl="3" indent="-368300">
              <a:spcBef>
                <a:spcPts val="400"/>
              </a:spcBef>
              <a:spcAft>
                <a:spcPts val="0"/>
              </a:spcAft>
              <a:buSzPts val="2200"/>
              <a:buChar char="–"/>
              <a:defRPr/>
            </a:lvl4pPr>
            <a:lvl5pPr marL="2286000" lvl="4" indent="-368300">
              <a:spcBef>
                <a:spcPts val="400"/>
              </a:spcBef>
              <a:spcAft>
                <a:spcPts val="0"/>
              </a:spcAft>
              <a:buSzPts val="2200"/>
              <a:buChar char="»"/>
              <a:defRPr/>
            </a:lvl5pPr>
            <a:lvl6pPr marL="2743200" lvl="5" indent="-368300">
              <a:spcBef>
                <a:spcPts val="400"/>
              </a:spcBef>
              <a:spcAft>
                <a:spcPts val="0"/>
              </a:spcAft>
              <a:buSzPts val="2200"/>
              <a:buChar char="•"/>
              <a:defRPr/>
            </a:lvl6pPr>
            <a:lvl7pPr marL="3200400" lvl="6" indent="-368300">
              <a:spcBef>
                <a:spcPts val="400"/>
              </a:spcBef>
              <a:spcAft>
                <a:spcPts val="0"/>
              </a:spcAft>
              <a:buSzPts val="2200"/>
              <a:buChar char="•"/>
              <a:defRPr/>
            </a:lvl7pPr>
            <a:lvl8pPr marL="3657600" lvl="7" indent="-368300">
              <a:spcBef>
                <a:spcPts val="400"/>
              </a:spcBef>
              <a:spcAft>
                <a:spcPts val="0"/>
              </a:spcAft>
              <a:buSzPts val="2200"/>
              <a:buChar char="•"/>
              <a:defRPr/>
            </a:lvl8pPr>
            <a:lvl9pPr marL="4114800" lvl="8" indent="-368300">
              <a:spcBef>
                <a:spcPts val="400"/>
              </a:spcBef>
              <a:spcAft>
                <a:spcPts val="0"/>
              </a:spcAft>
              <a:buSzPts val="2200"/>
              <a:buChar char="•"/>
              <a:defRPr/>
            </a:lvl9pPr>
          </a:lstStyle>
          <a:p>
            <a:r>
              <a:rPr lang="en-US" dirty="0"/>
              <a:t>Content, 250, str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547492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2" preserve="1" userDrawn="1">
  <p:cSld name="1_Custom Layout 2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1075198" y="1028639"/>
            <a:ext cx="16137603" cy="9258361"/>
          </a:xfrm>
          <a:custGeom>
            <a:avLst/>
            <a:gdLst/>
            <a:ahLst/>
            <a:cxnLst/>
            <a:rect l="l" t="t" r="r" b="b"/>
            <a:pathLst>
              <a:path w="4250205" h="2438400" extrusionOk="0">
                <a:moveTo>
                  <a:pt x="0" y="0"/>
                </a:moveTo>
                <a:lnTo>
                  <a:pt x="4250205" y="0"/>
                </a:lnTo>
                <a:lnTo>
                  <a:pt x="4250205" y="2438400"/>
                </a:lnTo>
                <a:lnTo>
                  <a:pt x="0" y="24384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4" name="Google Shape;24;p4"/>
          <p:cNvSpPr/>
          <p:nvPr/>
        </p:nvSpPr>
        <p:spPr>
          <a:xfrm>
            <a:off x="7315736" y="592202"/>
            <a:ext cx="3656528" cy="872996"/>
          </a:xfrm>
          <a:custGeom>
            <a:avLst/>
            <a:gdLst/>
            <a:ahLst/>
            <a:cxnLst/>
            <a:rect l="l" t="t" r="r" b="b"/>
            <a:pathLst>
              <a:path w="3656528" h="872996" extrusionOk="0">
                <a:moveTo>
                  <a:pt x="0" y="0"/>
                </a:moveTo>
                <a:lnTo>
                  <a:pt x="3656528" y="0"/>
                </a:lnTo>
                <a:lnTo>
                  <a:pt x="3656528" y="872996"/>
                </a:lnTo>
                <a:lnTo>
                  <a:pt x="0" y="8729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5" name="Google Shape;25;p4"/>
          <p:cNvSpPr txBox="1">
            <a:spLocks noGrp="1"/>
          </p:cNvSpPr>
          <p:nvPr>
            <p:ph type="title" hasCustomPrompt="1"/>
          </p:nvPr>
        </p:nvSpPr>
        <p:spPr>
          <a:xfrm>
            <a:off x="1511400" y="1642452"/>
            <a:ext cx="15265300" cy="1580771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45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Title, 100, str, 48</a:t>
            </a:r>
            <a:endParaRPr dirty="0"/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07E4617D-4444-A855-715E-FBAAC1265B19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1255825775"/>
              </p:ext>
            </p:extLst>
          </p:nvPr>
        </p:nvGraphicFramePr>
        <p:xfrm>
          <a:off x="1712686" y="3765737"/>
          <a:ext cx="14862628" cy="59290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E25E6BE6-D994-DD10-B4B2-A56F959A5F7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843314" y="3831770"/>
            <a:ext cx="11654973" cy="1691329"/>
          </a:xfrm>
          <a:prstGeom prst="rect">
            <a:avLst/>
          </a:prstGeom>
        </p:spPr>
        <p:txBody>
          <a:bodyPr/>
          <a:lstStyle>
            <a:lvl1pPr marL="41275" indent="0" algn="l">
              <a:lnSpc>
                <a:spcPct val="100000"/>
              </a:lnSpc>
              <a:buNone/>
              <a:defRPr sz="2400" spc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dirty="0"/>
              <a:t>Content1, 350, str, 26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BB2E09E7-F0F2-0234-932C-3F1E5CC4802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953653" y="5884602"/>
            <a:ext cx="11654973" cy="1691329"/>
          </a:xfrm>
          <a:prstGeom prst="rect">
            <a:avLst/>
          </a:prstGeom>
        </p:spPr>
        <p:txBody>
          <a:bodyPr/>
          <a:lstStyle>
            <a:lvl1pPr marL="41275" indent="0" algn="l">
              <a:lnSpc>
                <a:spcPct val="100000"/>
              </a:lnSpc>
              <a:buNone/>
              <a:defRPr sz="2400" spc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dirty="0"/>
              <a:t>Content1, 350, str, 26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1695C2D9-6AE4-B87B-4145-F8A5A646B07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78507" y="7968317"/>
            <a:ext cx="11654973" cy="1691329"/>
          </a:xfrm>
          <a:prstGeom prst="rect">
            <a:avLst/>
          </a:prstGeom>
        </p:spPr>
        <p:txBody>
          <a:bodyPr/>
          <a:lstStyle>
            <a:lvl1pPr marL="41275" indent="0" algn="l">
              <a:lnSpc>
                <a:spcPct val="100000"/>
              </a:lnSpc>
              <a:buNone/>
              <a:defRPr sz="2400" spc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dirty="0"/>
              <a:t>Content1, 350, str, 26</a:t>
            </a:r>
          </a:p>
        </p:txBody>
      </p:sp>
    </p:spTree>
    <p:extLst>
      <p:ext uri="{BB962C8B-B14F-4D97-AF65-F5344CB8AC3E}">
        <p14:creationId xmlns:p14="http://schemas.microsoft.com/office/powerpoint/2010/main" val="23611197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2" preserve="1" userDrawn="1">
  <p:cSld name="1_Custom Layout 2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1075251" y="1028700"/>
            <a:ext cx="16137603" cy="9258361"/>
          </a:xfrm>
          <a:custGeom>
            <a:avLst/>
            <a:gdLst/>
            <a:ahLst/>
            <a:cxnLst/>
            <a:rect l="l" t="t" r="r" b="b"/>
            <a:pathLst>
              <a:path w="4250205" h="2438400" extrusionOk="0">
                <a:moveTo>
                  <a:pt x="0" y="0"/>
                </a:moveTo>
                <a:lnTo>
                  <a:pt x="4250205" y="0"/>
                </a:lnTo>
                <a:lnTo>
                  <a:pt x="4250205" y="2438400"/>
                </a:lnTo>
                <a:lnTo>
                  <a:pt x="0" y="24384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4" name="Google Shape;24;p4"/>
          <p:cNvSpPr/>
          <p:nvPr/>
        </p:nvSpPr>
        <p:spPr>
          <a:xfrm>
            <a:off x="7315736" y="592202"/>
            <a:ext cx="3656528" cy="872996"/>
          </a:xfrm>
          <a:custGeom>
            <a:avLst/>
            <a:gdLst/>
            <a:ahLst/>
            <a:cxnLst/>
            <a:rect l="l" t="t" r="r" b="b"/>
            <a:pathLst>
              <a:path w="3656528" h="872996" extrusionOk="0">
                <a:moveTo>
                  <a:pt x="0" y="0"/>
                </a:moveTo>
                <a:lnTo>
                  <a:pt x="3656528" y="0"/>
                </a:lnTo>
                <a:lnTo>
                  <a:pt x="3656528" y="872996"/>
                </a:lnTo>
                <a:lnTo>
                  <a:pt x="0" y="8729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CEDD0DED-A630-F477-F3D3-F2AA7A5CF5BD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3729903134"/>
              </p:ext>
            </p:extLst>
          </p:nvPr>
        </p:nvGraphicFramePr>
        <p:xfrm>
          <a:off x="2052864" y="4049007"/>
          <a:ext cx="13930086" cy="60874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6FA89FFC-C0C0-DAFB-0BEE-ABC8D6AAD5E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03574" y="4078476"/>
            <a:ext cx="11845888" cy="1368424"/>
          </a:xfrm>
          <a:prstGeom prst="rect">
            <a:avLst/>
          </a:prstGeom>
        </p:spPr>
        <p:txBody>
          <a:bodyPr/>
          <a:lstStyle>
            <a:lvl1pPr marL="41275" indent="0" algn="l">
              <a:lnSpc>
                <a:spcPct val="100000"/>
              </a:lnSpc>
              <a:buNone/>
              <a:defRPr sz="2400" spc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dirty="0"/>
              <a:t>Content1, 350, str, 23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97F1C986-8F4A-0F9E-D8CF-D32A7C7C8E5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03572" y="6042313"/>
            <a:ext cx="11845888" cy="1368423"/>
          </a:xfrm>
          <a:prstGeom prst="rect">
            <a:avLst/>
          </a:prstGeom>
        </p:spPr>
        <p:txBody>
          <a:bodyPr/>
          <a:lstStyle>
            <a:lvl1pPr marL="41275" indent="0" algn="l">
              <a:lnSpc>
                <a:spcPct val="100000"/>
              </a:lnSpc>
              <a:buNone/>
              <a:defRPr sz="2400" spc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dirty="0"/>
              <a:t>Content2, 350, str, 23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7C7416E9-6E8C-1B23-474A-11B36A05928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03573" y="8000548"/>
            <a:ext cx="11845888" cy="1368423"/>
          </a:xfrm>
          <a:prstGeom prst="rect">
            <a:avLst/>
          </a:prstGeom>
        </p:spPr>
        <p:txBody>
          <a:bodyPr/>
          <a:lstStyle>
            <a:lvl1pPr marL="41275" indent="0" algn="l">
              <a:lnSpc>
                <a:spcPct val="100000"/>
              </a:lnSpc>
              <a:buNone/>
              <a:defRPr sz="2400" spc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dirty="0"/>
              <a:t>Content3, 350, str, 23</a:t>
            </a:r>
          </a:p>
        </p:txBody>
      </p:sp>
      <p:sp>
        <p:nvSpPr>
          <p:cNvPr id="6" name="Google Shape;25;p4">
            <a:extLst>
              <a:ext uri="{FF2B5EF4-FFF2-40B4-BE49-F238E27FC236}">
                <a16:creationId xmlns:a16="http://schemas.microsoft.com/office/drawing/2014/main" id="{BC06948C-483C-B958-4E20-33C66417338F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511400" y="1642452"/>
            <a:ext cx="15265300" cy="1580771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45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Title, 100, str, 48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915970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2" preserve="1" userDrawn="1">
  <p:cSld name="1_Custom Layout 2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1075251" y="1028700"/>
            <a:ext cx="16137603" cy="9258361"/>
          </a:xfrm>
          <a:custGeom>
            <a:avLst/>
            <a:gdLst/>
            <a:ahLst/>
            <a:cxnLst/>
            <a:rect l="l" t="t" r="r" b="b"/>
            <a:pathLst>
              <a:path w="4250205" h="2438400" extrusionOk="0">
                <a:moveTo>
                  <a:pt x="0" y="0"/>
                </a:moveTo>
                <a:lnTo>
                  <a:pt x="4250205" y="0"/>
                </a:lnTo>
                <a:lnTo>
                  <a:pt x="4250205" y="2438400"/>
                </a:lnTo>
                <a:lnTo>
                  <a:pt x="0" y="24384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4" name="Google Shape;24;p4"/>
          <p:cNvSpPr/>
          <p:nvPr/>
        </p:nvSpPr>
        <p:spPr>
          <a:xfrm>
            <a:off x="7315736" y="592202"/>
            <a:ext cx="3656528" cy="872996"/>
          </a:xfrm>
          <a:custGeom>
            <a:avLst/>
            <a:gdLst/>
            <a:ahLst/>
            <a:cxnLst/>
            <a:rect l="l" t="t" r="r" b="b"/>
            <a:pathLst>
              <a:path w="3656528" h="872996" extrusionOk="0">
                <a:moveTo>
                  <a:pt x="0" y="0"/>
                </a:moveTo>
                <a:lnTo>
                  <a:pt x="3656528" y="0"/>
                </a:lnTo>
                <a:lnTo>
                  <a:pt x="3656528" y="872996"/>
                </a:lnTo>
                <a:lnTo>
                  <a:pt x="0" y="8729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4D441D28-CFAF-8B68-580E-C80A87E737F0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2843755939"/>
              </p:ext>
            </p:extLst>
          </p:nvPr>
        </p:nvGraphicFramePr>
        <p:xfrm>
          <a:off x="150961" y="3513364"/>
          <a:ext cx="16271577" cy="62164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F8D761CD-F793-7AAD-D118-8CE84A2C515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767238" y="4517084"/>
            <a:ext cx="10515600" cy="1206079"/>
          </a:xfrm>
          <a:prstGeom prst="rect">
            <a:avLst/>
          </a:prstGeom>
        </p:spPr>
        <p:txBody>
          <a:bodyPr/>
          <a:lstStyle>
            <a:lvl1pPr marL="88900" indent="0" algn="l">
              <a:lnSpc>
                <a:spcPct val="100000"/>
              </a:lnSpc>
              <a:buNone/>
              <a:defRPr sz="2400" spc="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dirty="0"/>
              <a:t>Content1, 350, str, 15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693246B9-C3A7-D041-B223-8EBFAFDB841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67238" y="6199833"/>
            <a:ext cx="10515600" cy="1206078"/>
          </a:xfrm>
          <a:prstGeom prst="rect">
            <a:avLst/>
          </a:prstGeom>
        </p:spPr>
        <p:txBody>
          <a:bodyPr/>
          <a:lstStyle>
            <a:lvl1pPr marL="88900" indent="0" algn="l">
              <a:lnSpc>
                <a:spcPct val="100000"/>
              </a:lnSpc>
              <a:buNone/>
              <a:defRPr sz="2400" spc="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dirty="0"/>
              <a:t>Content2, 350, str, 15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30F42DDA-7543-C7D0-A641-190BB599324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767238" y="7818671"/>
            <a:ext cx="10515600" cy="1206078"/>
          </a:xfrm>
          <a:prstGeom prst="rect">
            <a:avLst/>
          </a:prstGeom>
        </p:spPr>
        <p:txBody>
          <a:bodyPr/>
          <a:lstStyle>
            <a:lvl1pPr marL="88900" indent="0" algn="l">
              <a:lnSpc>
                <a:spcPct val="100000"/>
              </a:lnSpc>
              <a:buNone/>
              <a:defRPr sz="2400" spc="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dirty="0"/>
              <a:t>Content3, 350, str, 15</a:t>
            </a:r>
          </a:p>
        </p:txBody>
      </p:sp>
      <p:sp>
        <p:nvSpPr>
          <p:cNvPr id="6" name="Google Shape;25;p4">
            <a:extLst>
              <a:ext uri="{FF2B5EF4-FFF2-40B4-BE49-F238E27FC236}">
                <a16:creationId xmlns:a16="http://schemas.microsoft.com/office/drawing/2014/main" id="{0651E91F-8F22-B907-7346-EFEB858E1C3F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511400" y="1642452"/>
            <a:ext cx="15265300" cy="1580771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45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Title, 100, str, 48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0246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2" preserve="1" userDrawn="1">
  <p:cSld name="1_Custom Layout 2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1075251" y="1028700"/>
            <a:ext cx="16137603" cy="9258361"/>
          </a:xfrm>
          <a:custGeom>
            <a:avLst/>
            <a:gdLst/>
            <a:ahLst/>
            <a:cxnLst/>
            <a:rect l="l" t="t" r="r" b="b"/>
            <a:pathLst>
              <a:path w="4250205" h="2438400" extrusionOk="0">
                <a:moveTo>
                  <a:pt x="0" y="0"/>
                </a:moveTo>
                <a:lnTo>
                  <a:pt x="4250205" y="0"/>
                </a:lnTo>
                <a:lnTo>
                  <a:pt x="4250205" y="2438400"/>
                </a:lnTo>
                <a:lnTo>
                  <a:pt x="0" y="24384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4" name="Google Shape;24;p4"/>
          <p:cNvSpPr/>
          <p:nvPr/>
        </p:nvSpPr>
        <p:spPr>
          <a:xfrm>
            <a:off x="7315736" y="592202"/>
            <a:ext cx="3656528" cy="872996"/>
          </a:xfrm>
          <a:custGeom>
            <a:avLst/>
            <a:gdLst/>
            <a:ahLst/>
            <a:cxnLst/>
            <a:rect l="l" t="t" r="r" b="b"/>
            <a:pathLst>
              <a:path w="3656528" h="872996" extrusionOk="0">
                <a:moveTo>
                  <a:pt x="0" y="0"/>
                </a:moveTo>
                <a:lnTo>
                  <a:pt x="3656528" y="0"/>
                </a:lnTo>
                <a:lnTo>
                  <a:pt x="3656528" y="872996"/>
                </a:lnTo>
                <a:lnTo>
                  <a:pt x="0" y="8729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A07B8AEE-EB09-F35D-E772-85132451F5F1}"/>
              </a:ext>
            </a:extLst>
          </p:cNvPr>
          <p:cNvSpPr/>
          <p:nvPr userDrawn="1"/>
        </p:nvSpPr>
        <p:spPr>
          <a:xfrm>
            <a:off x="1529041" y="4017549"/>
            <a:ext cx="1188720" cy="1188720"/>
          </a:xfrm>
          <a:prstGeom prst="ellipse">
            <a:avLst/>
          </a:prstGeom>
          <a:solidFill>
            <a:srgbClr val="73D48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CF8D06-616A-25B7-0BEA-287175AE1104}"/>
              </a:ext>
            </a:extLst>
          </p:cNvPr>
          <p:cNvSpPr txBox="1"/>
          <p:nvPr userDrawn="1"/>
        </p:nvSpPr>
        <p:spPr>
          <a:xfrm>
            <a:off x="1770374" y="4069644"/>
            <a:ext cx="58740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chemeClr val="bg1"/>
                </a:solidFill>
                <a:latin typeface="Rockwell Extra Bold" panose="02060903040505020403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4" name="Text Placeholder 16">
            <a:extLst>
              <a:ext uri="{FF2B5EF4-FFF2-40B4-BE49-F238E27FC236}">
                <a16:creationId xmlns:a16="http://schemas.microsoft.com/office/drawing/2014/main" id="{0F2E0F20-0B33-F99D-4684-EFD719F56C3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52711" y="3737340"/>
            <a:ext cx="8420139" cy="1743768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95250" indent="0" algn="l">
              <a:buNone/>
              <a:defRPr lang="en-US" sz="2400" dirty="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dirty="0"/>
              <a:t>Content1, 300, str, 24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D52B01F-AA3B-2A9B-2BB0-A08EEC9D65E0}"/>
              </a:ext>
            </a:extLst>
          </p:cNvPr>
          <p:cNvSpPr/>
          <p:nvPr userDrawn="1"/>
        </p:nvSpPr>
        <p:spPr>
          <a:xfrm>
            <a:off x="1487304" y="6018817"/>
            <a:ext cx="1188720" cy="1188720"/>
          </a:xfrm>
          <a:prstGeom prst="ellipse">
            <a:avLst/>
          </a:prstGeom>
          <a:solidFill>
            <a:srgbClr val="73D48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196A0A-8225-3991-87B1-620168D54E70}"/>
              </a:ext>
            </a:extLst>
          </p:cNvPr>
          <p:cNvSpPr txBox="1"/>
          <p:nvPr userDrawn="1"/>
        </p:nvSpPr>
        <p:spPr>
          <a:xfrm>
            <a:off x="1728637" y="6070912"/>
            <a:ext cx="58740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chemeClr val="bg1"/>
                </a:solidFill>
                <a:latin typeface="Rockwell Extra Bold" panose="02060903040505020403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018E532-26B5-5BB9-8353-C300BC9E33F2}"/>
              </a:ext>
            </a:extLst>
          </p:cNvPr>
          <p:cNvSpPr/>
          <p:nvPr userDrawn="1"/>
        </p:nvSpPr>
        <p:spPr>
          <a:xfrm>
            <a:off x="1487304" y="8086841"/>
            <a:ext cx="1188720" cy="1188720"/>
          </a:xfrm>
          <a:prstGeom prst="ellipse">
            <a:avLst/>
          </a:prstGeom>
          <a:solidFill>
            <a:srgbClr val="73D48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4C88310-11C5-1126-B9AA-721A84FF3A58}"/>
              </a:ext>
            </a:extLst>
          </p:cNvPr>
          <p:cNvSpPr txBox="1"/>
          <p:nvPr userDrawn="1"/>
        </p:nvSpPr>
        <p:spPr>
          <a:xfrm>
            <a:off x="1728637" y="8138936"/>
            <a:ext cx="58740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chemeClr val="bg1"/>
                </a:solidFill>
                <a:latin typeface="Rockwell Extra Bold" panose="02060903040505020403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94E149FA-A0D7-6784-25FC-37DDD137E51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952710" y="5738608"/>
            <a:ext cx="8420139" cy="1743768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95250" indent="0" algn="l">
              <a:buNone/>
              <a:defRPr lang="en-US" sz="2400" dirty="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dirty="0"/>
              <a:t>Content2, 300, str, 24</a:t>
            </a:r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3E7EF5FA-B78B-C451-AC6C-4A1DC2F86B6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52710" y="7806632"/>
            <a:ext cx="8420139" cy="1743768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95250" indent="0" algn="l">
              <a:buNone/>
              <a:defRPr lang="en-US" sz="2400" dirty="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dirty="0"/>
              <a:t>Content3, 300, str, 24</a:t>
            </a:r>
          </a:p>
        </p:txBody>
      </p:sp>
      <p:sp>
        <p:nvSpPr>
          <p:cNvPr id="11" name="Picture Placeholder 28">
            <a:extLst>
              <a:ext uri="{FF2B5EF4-FFF2-40B4-BE49-F238E27FC236}">
                <a16:creationId xmlns:a16="http://schemas.microsoft.com/office/drawing/2014/main" id="{9596F233-1E14-859A-FA29-292C42D017A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1852492" y="3737340"/>
            <a:ext cx="4968658" cy="5813060"/>
          </a:xfrm>
          <a:prstGeom prst="rect">
            <a:avLst/>
          </a:prstGeom>
        </p:spPr>
        <p:txBody>
          <a:bodyPr/>
          <a:lstStyle>
            <a:lvl1pPr>
              <a:defRPr lang="en-US" sz="2400" dirty="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Image, 0, </a:t>
            </a:r>
            <a:r>
              <a:rPr lang="en-US" dirty="0" err="1"/>
              <a:t>img</a:t>
            </a:r>
            <a:r>
              <a:rPr lang="en-US" dirty="0"/>
              <a:t>, 16</a:t>
            </a:r>
          </a:p>
        </p:txBody>
      </p:sp>
      <p:sp>
        <p:nvSpPr>
          <p:cNvPr id="12" name="Google Shape;25;p4">
            <a:extLst>
              <a:ext uri="{FF2B5EF4-FFF2-40B4-BE49-F238E27FC236}">
                <a16:creationId xmlns:a16="http://schemas.microsoft.com/office/drawing/2014/main" id="{0B0FE955-8812-B5B1-9AAB-F8B56F19B8F2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511400" y="1642452"/>
            <a:ext cx="15265300" cy="1580771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45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Title, 100, str, 48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1976963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2" preserve="1" userDrawn="1">
  <p:cSld name="1_Custom Layout 2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1075198" y="1041462"/>
            <a:ext cx="16137603" cy="9258361"/>
          </a:xfrm>
          <a:custGeom>
            <a:avLst/>
            <a:gdLst/>
            <a:ahLst/>
            <a:cxnLst/>
            <a:rect l="l" t="t" r="r" b="b"/>
            <a:pathLst>
              <a:path w="4250205" h="2438400" extrusionOk="0">
                <a:moveTo>
                  <a:pt x="0" y="0"/>
                </a:moveTo>
                <a:lnTo>
                  <a:pt x="4250205" y="0"/>
                </a:lnTo>
                <a:lnTo>
                  <a:pt x="4250205" y="2438400"/>
                </a:lnTo>
                <a:lnTo>
                  <a:pt x="0" y="24384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4" name="Google Shape;24;p4"/>
          <p:cNvSpPr/>
          <p:nvPr/>
        </p:nvSpPr>
        <p:spPr>
          <a:xfrm>
            <a:off x="7315736" y="592202"/>
            <a:ext cx="3656528" cy="872996"/>
          </a:xfrm>
          <a:custGeom>
            <a:avLst/>
            <a:gdLst/>
            <a:ahLst/>
            <a:cxnLst/>
            <a:rect l="l" t="t" r="r" b="b"/>
            <a:pathLst>
              <a:path w="3656528" h="872996" extrusionOk="0">
                <a:moveTo>
                  <a:pt x="0" y="0"/>
                </a:moveTo>
                <a:lnTo>
                  <a:pt x="3656528" y="0"/>
                </a:lnTo>
                <a:lnTo>
                  <a:pt x="3656528" y="872996"/>
                </a:lnTo>
                <a:lnTo>
                  <a:pt x="0" y="8729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845FBA12-6A83-B23A-8837-FC25E471D70A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56097770"/>
              </p:ext>
            </p:extLst>
          </p:nvPr>
        </p:nvGraphicFramePr>
        <p:xfrm>
          <a:off x="2777486" y="3613150"/>
          <a:ext cx="12733028" cy="6121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DB0134F5-734D-E703-1B31-82C39D0B04C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853684" y="3848223"/>
            <a:ext cx="5172715" cy="1509087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lnSpc>
                <a:spcPct val="100000"/>
              </a:lnSpc>
              <a:buNone/>
              <a:defRPr sz="2000" spc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dirty="0"/>
              <a:t>Subtitle1, 80, str, 26</a:t>
            </a: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EDBA4A5A-3A4C-A86F-6664-A9909A4630B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8713" y="5864108"/>
            <a:ext cx="5290828" cy="1583439"/>
          </a:xfrm>
          <a:prstGeom prst="rect">
            <a:avLst/>
          </a:prstGeom>
        </p:spPr>
        <p:txBody>
          <a:bodyPr>
            <a:normAutofit/>
          </a:bodyPr>
          <a:lstStyle>
            <a:lvl1pPr marL="88900" indent="0" algn="l">
              <a:lnSpc>
                <a:spcPct val="100000"/>
              </a:lnSpc>
              <a:buFont typeface="Arial" panose="020B0604020202020204" pitchFamily="34" charset="0"/>
              <a:buNone/>
              <a:defRPr sz="2000" b="0" spc="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dirty="0"/>
              <a:t>Content1_1, 250, str, 20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F09BC531-8C5D-E392-4E44-43D20560E33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546826" y="7904833"/>
            <a:ext cx="5172715" cy="1537617"/>
          </a:xfrm>
          <a:prstGeom prst="rect">
            <a:avLst/>
          </a:prstGeom>
        </p:spPr>
        <p:txBody>
          <a:bodyPr>
            <a:normAutofit/>
          </a:bodyPr>
          <a:lstStyle>
            <a:lvl1pPr marL="88900" indent="0" algn="l">
              <a:lnSpc>
                <a:spcPct val="100000"/>
              </a:lnSpc>
              <a:buFont typeface="Arial" panose="020B0604020202020204" pitchFamily="34" charset="0"/>
              <a:buNone/>
              <a:defRPr sz="2000" b="0" spc="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dirty="0"/>
              <a:t>Content1_2, 250, str, 20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93537630-632F-E6B8-D6D1-D0DC61AE850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305904" y="3857747"/>
            <a:ext cx="5273696" cy="1509087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lnSpc>
                <a:spcPct val="100000"/>
              </a:lnSpc>
              <a:buNone/>
              <a:defRPr sz="2000" spc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dirty="0"/>
              <a:t>Subtitle2, 80, str, 26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7F03E68-5203-96AA-BA60-7469E252E74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188926" y="5832940"/>
            <a:ext cx="5273695" cy="1613692"/>
          </a:xfrm>
          <a:prstGeom prst="rect">
            <a:avLst/>
          </a:prstGeom>
        </p:spPr>
        <p:txBody>
          <a:bodyPr>
            <a:normAutofit/>
          </a:bodyPr>
          <a:lstStyle>
            <a:lvl1pPr marL="88900" indent="0" algn="l">
              <a:lnSpc>
                <a:spcPct val="100000"/>
              </a:lnSpc>
              <a:buFont typeface="Arial" panose="020B0604020202020204" pitchFamily="34" charset="0"/>
              <a:buNone/>
              <a:defRPr sz="2000" b="0" spc="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dirty="0"/>
              <a:t>Content2_1, 250, str, 20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D25BB88-713D-D1ED-8E6D-6DF95612EB8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188925" y="7903917"/>
            <a:ext cx="5172715" cy="1537618"/>
          </a:xfrm>
          <a:prstGeom prst="rect">
            <a:avLst/>
          </a:prstGeom>
        </p:spPr>
        <p:txBody>
          <a:bodyPr>
            <a:normAutofit/>
          </a:bodyPr>
          <a:lstStyle>
            <a:lvl1pPr marL="88900" indent="0" algn="l">
              <a:lnSpc>
                <a:spcPct val="100000"/>
              </a:lnSpc>
              <a:buFont typeface="Arial" panose="020B0604020202020204" pitchFamily="34" charset="0"/>
              <a:buNone/>
              <a:defRPr sz="2000" b="0" spc="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dirty="0"/>
              <a:t>Content2_2, 250, str, 20</a:t>
            </a:r>
          </a:p>
        </p:txBody>
      </p:sp>
      <p:sp>
        <p:nvSpPr>
          <p:cNvPr id="9" name="Google Shape;25;p4">
            <a:extLst>
              <a:ext uri="{FF2B5EF4-FFF2-40B4-BE49-F238E27FC236}">
                <a16:creationId xmlns:a16="http://schemas.microsoft.com/office/drawing/2014/main" id="{3DE96C91-7A8F-1A3F-587B-319D6561D1AA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511400" y="1642452"/>
            <a:ext cx="15265300" cy="1580771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45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Title, 100, str, 48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294878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2" preserve="1" userDrawn="1">
  <p:cSld name="1_Custom Layout 2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1075251" y="1028700"/>
            <a:ext cx="16137603" cy="9258361"/>
          </a:xfrm>
          <a:custGeom>
            <a:avLst/>
            <a:gdLst/>
            <a:ahLst/>
            <a:cxnLst/>
            <a:rect l="l" t="t" r="r" b="b"/>
            <a:pathLst>
              <a:path w="4250205" h="2438400" extrusionOk="0">
                <a:moveTo>
                  <a:pt x="0" y="0"/>
                </a:moveTo>
                <a:lnTo>
                  <a:pt x="4250205" y="0"/>
                </a:lnTo>
                <a:lnTo>
                  <a:pt x="4250205" y="2438400"/>
                </a:lnTo>
                <a:lnTo>
                  <a:pt x="0" y="24384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4" name="Google Shape;24;p4"/>
          <p:cNvSpPr/>
          <p:nvPr/>
        </p:nvSpPr>
        <p:spPr>
          <a:xfrm>
            <a:off x="7315736" y="592202"/>
            <a:ext cx="3656528" cy="872996"/>
          </a:xfrm>
          <a:custGeom>
            <a:avLst/>
            <a:gdLst/>
            <a:ahLst/>
            <a:cxnLst/>
            <a:rect l="l" t="t" r="r" b="b"/>
            <a:pathLst>
              <a:path w="3656528" h="872996" extrusionOk="0">
                <a:moveTo>
                  <a:pt x="0" y="0"/>
                </a:moveTo>
                <a:lnTo>
                  <a:pt x="3656528" y="0"/>
                </a:lnTo>
                <a:lnTo>
                  <a:pt x="3656528" y="872996"/>
                </a:lnTo>
                <a:lnTo>
                  <a:pt x="0" y="8729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EF8799A2-DED9-EE18-1F8B-5F62A25FEBC5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1007758187"/>
              </p:ext>
            </p:extLst>
          </p:nvPr>
        </p:nvGraphicFramePr>
        <p:xfrm>
          <a:off x="1663701" y="4080944"/>
          <a:ext cx="15032596" cy="50240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63AB4665-B35C-6779-ECC8-626D8778019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20303" y="4767524"/>
            <a:ext cx="4125026" cy="3652188"/>
          </a:xfrm>
          <a:prstGeom prst="rect">
            <a:avLst/>
          </a:prstGeom>
        </p:spPr>
        <p:txBody>
          <a:bodyPr>
            <a:normAutofit/>
          </a:bodyPr>
          <a:lstStyle>
            <a:lvl1pPr marL="88900" indent="0" algn="l">
              <a:lnSpc>
                <a:spcPct val="100000"/>
              </a:lnSpc>
              <a:buNone/>
              <a:defRPr sz="2000" b="0" spc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dirty="0"/>
              <a:t>Content1, 300, str, 20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422EFC19-F480-0362-70FC-9BC368052E4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840740" y="4733262"/>
            <a:ext cx="4125026" cy="3652188"/>
          </a:xfrm>
          <a:prstGeom prst="rect">
            <a:avLst/>
          </a:prstGeom>
        </p:spPr>
        <p:txBody>
          <a:bodyPr>
            <a:normAutofit/>
          </a:bodyPr>
          <a:lstStyle>
            <a:lvl1pPr marL="88900" indent="0" algn="l">
              <a:lnSpc>
                <a:spcPct val="100000"/>
              </a:lnSpc>
              <a:buNone/>
              <a:defRPr sz="2000" b="0" spc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dirty="0"/>
              <a:t>Content2, 300, str, 20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71A0A8E8-EA29-D853-5E7B-142A1FE4734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861177" y="4733262"/>
            <a:ext cx="4155070" cy="3652188"/>
          </a:xfrm>
          <a:prstGeom prst="rect">
            <a:avLst/>
          </a:prstGeom>
        </p:spPr>
        <p:txBody>
          <a:bodyPr>
            <a:normAutofit/>
          </a:bodyPr>
          <a:lstStyle>
            <a:lvl1pPr marL="88900" indent="0" algn="l">
              <a:lnSpc>
                <a:spcPct val="100000"/>
              </a:lnSpc>
              <a:buNone/>
              <a:defRPr sz="2000" b="0" spc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dirty="0"/>
              <a:t>Content3, 300, str, 20</a:t>
            </a:r>
          </a:p>
        </p:txBody>
      </p:sp>
      <p:sp>
        <p:nvSpPr>
          <p:cNvPr id="6" name="Google Shape;25;p4">
            <a:extLst>
              <a:ext uri="{FF2B5EF4-FFF2-40B4-BE49-F238E27FC236}">
                <a16:creationId xmlns:a16="http://schemas.microsoft.com/office/drawing/2014/main" id="{A7E28F24-18EC-38C1-C020-08647D4054B8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511400" y="1642452"/>
            <a:ext cx="15265300" cy="1580771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45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Title, 100, str, 48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4082586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2" preserve="1" userDrawn="1">
  <p:cSld name="1_Custom Layout 2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1075198" y="1028639"/>
            <a:ext cx="16137603" cy="9258361"/>
          </a:xfrm>
          <a:custGeom>
            <a:avLst/>
            <a:gdLst/>
            <a:ahLst/>
            <a:cxnLst/>
            <a:rect l="l" t="t" r="r" b="b"/>
            <a:pathLst>
              <a:path w="4250205" h="2438400" extrusionOk="0">
                <a:moveTo>
                  <a:pt x="0" y="0"/>
                </a:moveTo>
                <a:lnTo>
                  <a:pt x="4250205" y="0"/>
                </a:lnTo>
                <a:lnTo>
                  <a:pt x="4250205" y="2438400"/>
                </a:lnTo>
                <a:lnTo>
                  <a:pt x="0" y="24384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4" name="Google Shape;24;p4"/>
          <p:cNvSpPr/>
          <p:nvPr/>
        </p:nvSpPr>
        <p:spPr>
          <a:xfrm>
            <a:off x="7315736" y="592202"/>
            <a:ext cx="3656528" cy="872996"/>
          </a:xfrm>
          <a:custGeom>
            <a:avLst/>
            <a:gdLst/>
            <a:ahLst/>
            <a:cxnLst/>
            <a:rect l="l" t="t" r="r" b="b"/>
            <a:pathLst>
              <a:path w="3656528" h="872996" extrusionOk="0">
                <a:moveTo>
                  <a:pt x="0" y="0"/>
                </a:moveTo>
                <a:lnTo>
                  <a:pt x="3656528" y="0"/>
                </a:lnTo>
                <a:lnTo>
                  <a:pt x="3656528" y="872996"/>
                </a:lnTo>
                <a:lnTo>
                  <a:pt x="0" y="8729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EAF6CFB-ADDE-7023-679A-01F3A261949E}"/>
              </a:ext>
            </a:extLst>
          </p:cNvPr>
          <p:cNvSpPr/>
          <p:nvPr userDrawn="1"/>
        </p:nvSpPr>
        <p:spPr>
          <a:xfrm>
            <a:off x="2483470" y="3492193"/>
            <a:ext cx="6415903" cy="2889684"/>
          </a:xfrm>
          <a:prstGeom prst="rect">
            <a:avLst/>
          </a:prstGeom>
          <a:noFill/>
          <a:ln w="38100">
            <a:solidFill>
              <a:srgbClr val="3BBF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l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6026EAA2-95BF-EF6A-D11E-6289EED1E33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94896" y="3604217"/>
            <a:ext cx="6192002" cy="2627506"/>
          </a:xfrm>
          <a:prstGeom prst="rect">
            <a:avLst/>
          </a:prstGeom>
        </p:spPr>
        <p:txBody>
          <a:bodyPr/>
          <a:lstStyle>
            <a:lvl1pPr marL="88900" indent="0" algn="l">
              <a:lnSpc>
                <a:spcPct val="100000"/>
              </a:lnSpc>
              <a:buNone/>
              <a:defRPr sz="2400" b="0" spc="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dirty="0"/>
              <a:t>Content1, 350, str, 22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DF94BB-6987-0F11-F168-C4C70F011A8D}"/>
              </a:ext>
            </a:extLst>
          </p:cNvPr>
          <p:cNvSpPr/>
          <p:nvPr userDrawn="1"/>
        </p:nvSpPr>
        <p:spPr>
          <a:xfrm>
            <a:off x="9430370" y="3492193"/>
            <a:ext cx="6415903" cy="2889684"/>
          </a:xfrm>
          <a:prstGeom prst="rect">
            <a:avLst/>
          </a:prstGeom>
          <a:noFill/>
          <a:ln w="38100">
            <a:solidFill>
              <a:srgbClr val="3BBF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l">
              <a:buFont typeface="Arial" panose="020B0604020202020204" pitchFamily="34" charset="0"/>
              <a:buNone/>
            </a:pPr>
            <a:endParaRPr lang="en-US"/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593743FF-F9BC-30EC-1726-DA2F886E86A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541796" y="3604217"/>
            <a:ext cx="6192002" cy="2627506"/>
          </a:xfrm>
          <a:prstGeom prst="rect">
            <a:avLst/>
          </a:prstGeom>
        </p:spPr>
        <p:txBody>
          <a:bodyPr/>
          <a:lstStyle>
            <a:lvl1pPr marL="88900" indent="0" algn="l">
              <a:lnSpc>
                <a:spcPct val="100000"/>
              </a:lnSpc>
              <a:buNone/>
              <a:defRPr sz="2400" b="0" spc="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dirty="0"/>
              <a:t>Content2, 350, str, 22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E02CD9A-EFCF-E8D9-2BA5-357422AD4750}"/>
              </a:ext>
            </a:extLst>
          </p:cNvPr>
          <p:cNvSpPr/>
          <p:nvPr userDrawn="1"/>
        </p:nvSpPr>
        <p:spPr>
          <a:xfrm>
            <a:off x="2496170" y="6756093"/>
            <a:ext cx="6415903" cy="2889684"/>
          </a:xfrm>
          <a:prstGeom prst="rect">
            <a:avLst/>
          </a:prstGeom>
          <a:noFill/>
          <a:ln w="38100">
            <a:solidFill>
              <a:srgbClr val="3BBF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l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253BC40D-D003-6C45-CB19-E7AFD146EB7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607596" y="6868117"/>
            <a:ext cx="6192002" cy="2627506"/>
          </a:xfrm>
          <a:prstGeom prst="rect">
            <a:avLst/>
          </a:prstGeom>
        </p:spPr>
        <p:txBody>
          <a:bodyPr/>
          <a:lstStyle>
            <a:lvl1pPr marL="88900" indent="0" algn="l">
              <a:lnSpc>
                <a:spcPct val="100000"/>
              </a:lnSpc>
              <a:buNone/>
              <a:defRPr sz="2400" b="0" spc="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dirty="0"/>
              <a:t>Content3, 350, str, 22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F010161-A360-D90A-2A62-8F6B6E14502D}"/>
              </a:ext>
            </a:extLst>
          </p:cNvPr>
          <p:cNvSpPr/>
          <p:nvPr userDrawn="1"/>
        </p:nvSpPr>
        <p:spPr>
          <a:xfrm>
            <a:off x="9443070" y="6756093"/>
            <a:ext cx="6415903" cy="2889684"/>
          </a:xfrm>
          <a:prstGeom prst="rect">
            <a:avLst/>
          </a:prstGeom>
          <a:noFill/>
          <a:ln w="38100">
            <a:solidFill>
              <a:srgbClr val="3BBF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l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AEBA3968-A903-F2D6-FA2D-07864A278F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554496" y="6868117"/>
            <a:ext cx="6192002" cy="2627506"/>
          </a:xfrm>
          <a:prstGeom prst="rect">
            <a:avLst/>
          </a:prstGeom>
        </p:spPr>
        <p:txBody>
          <a:bodyPr/>
          <a:lstStyle>
            <a:lvl1pPr marL="88900" indent="0" algn="l">
              <a:lnSpc>
                <a:spcPct val="100000"/>
              </a:lnSpc>
              <a:buNone/>
              <a:defRPr sz="2400" b="0" spc="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dirty="0"/>
              <a:t>Content4, 350, str, 22</a:t>
            </a:r>
          </a:p>
        </p:txBody>
      </p:sp>
      <p:sp>
        <p:nvSpPr>
          <p:cNvPr id="2" name="Google Shape;25;p4">
            <a:extLst>
              <a:ext uri="{FF2B5EF4-FFF2-40B4-BE49-F238E27FC236}">
                <a16:creationId xmlns:a16="http://schemas.microsoft.com/office/drawing/2014/main" id="{594B63C8-6CD1-A5AD-2E7B-F063A889B417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511400" y="1642452"/>
            <a:ext cx="15265300" cy="1580771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45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Title, 100, str, 48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066057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DDCE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-853500" y="321100"/>
            <a:ext cx="19995000" cy="20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450"/>
              <a:buFont typeface="Zilla Slab"/>
              <a:buNone/>
              <a:defRPr sz="11450" i="0" u="none" strike="noStrike" cap="none">
                <a:solidFill>
                  <a:schemeClr val="dk1"/>
                </a:solidFill>
                <a:latin typeface="Zilla Slab"/>
                <a:ea typeface="Zilla Slab"/>
                <a:cs typeface="Zilla Slab"/>
                <a:sym typeface="Zilla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5029200" y="2715325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8300" algn="ctr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Ubuntu"/>
              <a:buChar char="•"/>
              <a:defRPr sz="2200" i="0" u="none" strike="noStrike" cap="none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marL="914400" marR="0" lvl="1" indent="-368300" algn="ctr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Ubuntu"/>
              <a:buChar char="–"/>
              <a:defRPr sz="2200" i="0" u="none" strike="noStrike" cap="none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2pPr>
            <a:lvl3pPr marL="1371600" marR="0" lvl="2" indent="-368300" algn="ctr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Ubuntu"/>
              <a:buChar char="•"/>
              <a:defRPr sz="2200" i="0" u="none" strike="noStrike" cap="none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3pPr>
            <a:lvl4pPr marL="1828800" marR="0" lvl="3" indent="-36830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Ubuntu"/>
              <a:buChar char="–"/>
              <a:defRPr sz="2200" i="0" u="none" strike="noStrike" cap="none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4pPr>
            <a:lvl5pPr marL="2286000" marR="0" lvl="4" indent="-36830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Ubuntu"/>
              <a:buChar char="»"/>
              <a:defRPr sz="2200" i="0" u="none" strike="noStrike" cap="none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5pPr>
            <a:lvl6pPr marL="2743200" marR="0" lvl="5" indent="-36830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Ubuntu"/>
              <a:buChar char="•"/>
              <a:defRPr sz="2200" i="0" u="none" strike="noStrike" cap="none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6pPr>
            <a:lvl7pPr marL="3200400" marR="0" lvl="6" indent="-36830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Ubuntu"/>
              <a:buChar char="•"/>
              <a:defRPr sz="2200" i="0" u="none" strike="noStrike" cap="none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7pPr>
            <a:lvl8pPr marL="3657600" marR="0" lvl="7" indent="-36830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Ubuntu"/>
              <a:buChar char="•"/>
              <a:defRPr sz="2200" i="0" u="none" strike="noStrike" cap="none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8pPr>
            <a:lvl9pPr marL="4114800" marR="0" lvl="8" indent="-36830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Ubuntu"/>
              <a:buChar char="•"/>
              <a:defRPr sz="2200" i="0" u="none" strike="noStrike" cap="none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5" r:id="rId1"/>
    <p:sldLayoutId id="2147483655" r:id="rId2"/>
    <p:sldLayoutId id="2147483650" r:id="rId3"/>
    <p:sldLayoutId id="2147483652" r:id="rId4"/>
    <p:sldLayoutId id="2147483656" r:id="rId5"/>
    <p:sldLayoutId id="2147483657" r:id="rId6"/>
    <p:sldLayoutId id="2147483653" r:id="rId7"/>
    <p:sldLayoutId id="2147483658" r:id="rId8"/>
    <p:sldLayoutId id="2147483659" r:id="rId9"/>
    <p:sldLayoutId id="2147483664" r:id="rId10"/>
    <p:sldLayoutId id="2147483660" r:id="rId11"/>
    <p:sldLayoutId id="2147483663" r:id="rId12"/>
    <p:sldLayoutId id="2147483666" r:id="rId13"/>
    <p:sldLayoutId id="2147483667" r:id="rId14"/>
    <p:sldLayoutId id="2147483668" r:id="rId15"/>
    <p:sldLayoutId id="2147483669" r:id="rId16"/>
    <p:sldLayoutId id="2147483670" r:id="rId17"/>
    <p:sldLayoutId id="2147483671" r:id="rId18"/>
    <p:sldLayoutId id="2147483672" r:id="rId19"/>
    <p:sldLayoutId id="2147483673" r:id="rId2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unsplash.com/@mutecevvil?utm_source=ai_slide_maker&amp;utm_medium=referral" TargetMode="External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17.xml"/><Relationship Id="rId4" Type="http://schemas.openxmlformats.org/officeDocument/2006/relationships/hyperlink" Target="https://unsplash.com/photos/a-group-of-people-walking-down-a-hallway-ihXg_a-9Tmk?utm_source=ai_slide_maker&amp;utm_medium=referral" TargetMode="Externa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unsplash.com/@javotrueba?utm_source=ai_slide_maker&amp;utm_medium=referral" TargetMode="External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unsplash.com/photos/woman-carrying-white-and-green-textbook-iQPr1XkF5F0?utm_source=ai_slide_maker&amp;utm_medium=referral" TargetMode="Externa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7990"/>
              <a:t>Texnik ijodkorlik va fanining mohiyati va vazifalari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Reja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5"/>
          </p:nvPr>
        </p:nvSpPr>
        <p:spPr/>
        <p:txBody>
          <a:bodyPr/>
          <a:lstStyle/>
          <a:p>
            <a:r>
              <a:t>Kirish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7"/>
          </p:nvPr>
        </p:nvSpPr>
        <p:spPr/>
        <p:txBody>
          <a:bodyPr/>
          <a:lstStyle/>
          <a:p>
            <a:r>
              <a:t>Bozor munosabatlari sharoitida ijodiy faoliyatning ahamiyati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9"/>
          </p:nvPr>
        </p:nvSpPr>
        <p:spPr/>
        <p:txBody>
          <a:bodyPr/>
          <a:lstStyle/>
          <a:p>
            <a:r>
              <a:t>O`quvchilar texnik ijodkorligining pedagogik va psixologik</a:t>
            </a:r>
          </a:p>
          <a:p>
            <a:endParaRPr/>
          </a:p>
          <a:p>
            <a:r>
              <a:t>xususiyatlari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sz="2390" dirty="0" err="1"/>
              <a:t>Texnik</a:t>
            </a:r>
            <a:r>
              <a:rPr sz="2390" dirty="0"/>
              <a:t> </a:t>
            </a:r>
            <a:r>
              <a:rPr sz="2390" dirty="0" err="1"/>
              <a:t>ijodkorlik</a:t>
            </a:r>
            <a:r>
              <a:rPr sz="2390" dirty="0"/>
              <a:t> – </a:t>
            </a:r>
            <a:r>
              <a:rPr sz="2390" dirty="0" err="1"/>
              <a:t>bu</a:t>
            </a:r>
            <a:r>
              <a:rPr sz="2390" dirty="0"/>
              <a:t> </a:t>
            </a:r>
            <a:r>
              <a:rPr sz="2390" dirty="0" err="1"/>
              <a:t>yangi</a:t>
            </a:r>
            <a:r>
              <a:rPr sz="2390" dirty="0"/>
              <a:t> </a:t>
            </a:r>
            <a:r>
              <a:rPr sz="2390" dirty="0" err="1"/>
              <a:t>texnik</a:t>
            </a:r>
            <a:r>
              <a:rPr sz="2390" dirty="0"/>
              <a:t> </a:t>
            </a:r>
            <a:r>
              <a:rPr sz="2390" dirty="0" err="1"/>
              <a:t>g‘oyalar</a:t>
            </a:r>
            <a:r>
              <a:rPr sz="2390" dirty="0"/>
              <a:t>, </a:t>
            </a:r>
            <a:r>
              <a:rPr sz="2390" dirty="0" err="1"/>
              <a:t>qurilmalar</a:t>
            </a:r>
            <a:r>
              <a:rPr sz="2390" dirty="0"/>
              <a:t> </a:t>
            </a:r>
            <a:r>
              <a:rPr sz="2390" dirty="0" err="1"/>
              <a:t>va</a:t>
            </a:r>
            <a:r>
              <a:rPr sz="2390" dirty="0"/>
              <a:t> </a:t>
            </a:r>
            <a:r>
              <a:rPr sz="2390" dirty="0" err="1"/>
              <a:t>texnologiyalarni</a:t>
            </a:r>
            <a:r>
              <a:rPr sz="2390" dirty="0"/>
              <a:t> </a:t>
            </a:r>
            <a:r>
              <a:rPr sz="2390" dirty="0" err="1"/>
              <a:t>yaratish</a:t>
            </a:r>
            <a:r>
              <a:rPr sz="2390" dirty="0"/>
              <a:t> </a:t>
            </a:r>
            <a:r>
              <a:rPr sz="2390" dirty="0" err="1"/>
              <a:t>jarayonidir</a:t>
            </a:r>
            <a:r>
              <a:rPr sz="2390" dirty="0"/>
              <a:t>. U </a:t>
            </a:r>
            <a:r>
              <a:rPr sz="2390" dirty="0" err="1"/>
              <a:t>inson</a:t>
            </a:r>
            <a:r>
              <a:rPr sz="2390" dirty="0"/>
              <a:t> </a:t>
            </a:r>
            <a:r>
              <a:rPr sz="2390" dirty="0" err="1"/>
              <a:t>tafakkuri</a:t>
            </a:r>
            <a:r>
              <a:rPr sz="2390" dirty="0"/>
              <a:t> </a:t>
            </a:r>
            <a:r>
              <a:rPr sz="2390" dirty="0" err="1"/>
              <a:t>va</a:t>
            </a:r>
            <a:r>
              <a:rPr sz="2390" dirty="0"/>
              <a:t> </a:t>
            </a:r>
            <a:r>
              <a:rPr sz="2390" dirty="0" err="1"/>
              <a:t>amaliy</a:t>
            </a:r>
            <a:r>
              <a:rPr sz="2390" dirty="0"/>
              <a:t> </a:t>
            </a:r>
            <a:r>
              <a:rPr sz="2390" dirty="0" err="1"/>
              <a:t>faoliyatining</a:t>
            </a:r>
            <a:r>
              <a:rPr sz="2390" dirty="0"/>
              <a:t> </a:t>
            </a:r>
            <a:r>
              <a:rPr sz="2390" dirty="0" err="1"/>
              <a:t>natijasi</a:t>
            </a:r>
            <a:r>
              <a:rPr sz="2390" dirty="0"/>
              <a:t> </a:t>
            </a:r>
            <a:r>
              <a:rPr sz="2390" dirty="0" err="1"/>
              <a:t>bo‘lib</a:t>
            </a:r>
            <a:r>
              <a:rPr sz="2390" dirty="0"/>
              <a:t>, </a:t>
            </a:r>
            <a:r>
              <a:rPr sz="2390" dirty="0" err="1"/>
              <a:t>jamiyat</a:t>
            </a:r>
            <a:r>
              <a:rPr sz="2390" dirty="0"/>
              <a:t> </a:t>
            </a:r>
            <a:r>
              <a:rPr sz="2390" dirty="0" err="1"/>
              <a:t>taraqqiyotining</a:t>
            </a:r>
            <a:r>
              <a:rPr sz="2390" dirty="0"/>
              <a:t> </a:t>
            </a:r>
            <a:r>
              <a:rPr sz="2390" dirty="0" err="1"/>
              <a:t>muhim</a:t>
            </a:r>
            <a:r>
              <a:rPr sz="2390" dirty="0"/>
              <a:t> </a:t>
            </a:r>
            <a:r>
              <a:rPr sz="2390" dirty="0" err="1"/>
              <a:t>omilidir</a:t>
            </a:r>
            <a:r>
              <a:rPr sz="2390" dirty="0"/>
              <a:t>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sz="2350" dirty="0" err="1"/>
              <a:t>Texnik</a:t>
            </a:r>
            <a:r>
              <a:rPr sz="2350" dirty="0"/>
              <a:t> </a:t>
            </a:r>
            <a:r>
              <a:rPr sz="2350" dirty="0" err="1"/>
              <a:t>ijodkorlik</a:t>
            </a:r>
            <a:r>
              <a:rPr sz="2350" dirty="0"/>
              <a:t> </a:t>
            </a:r>
            <a:r>
              <a:rPr sz="2350" dirty="0" err="1"/>
              <a:t>jamiyatda</a:t>
            </a:r>
            <a:r>
              <a:rPr sz="2350" dirty="0"/>
              <a:t> </a:t>
            </a:r>
            <a:r>
              <a:rPr sz="2350" dirty="0" err="1"/>
              <a:t>innovatsion</a:t>
            </a:r>
            <a:r>
              <a:rPr sz="2350" dirty="0"/>
              <a:t> </a:t>
            </a:r>
            <a:r>
              <a:rPr sz="2350" dirty="0" err="1"/>
              <a:t>rivojlanishni</a:t>
            </a:r>
            <a:r>
              <a:rPr sz="2350" dirty="0"/>
              <a:t> </a:t>
            </a:r>
            <a:r>
              <a:rPr sz="2350" dirty="0" err="1"/>
              <a:t>tezlashtiradi</a:t>
            </a:r>
            <a:r>
              <a:rPr sz="2350" dirty="0"/>
              <a:t>, </a:t>
            </a:r>
            <a:r>
              <a:rPr sz="2350" dirty="0" err="1"/>
              <a:t>ishlab</a:t>
            </a:r>
            <a:r>
              <a:rPr sz="2350" dirty="0"/>
              <a:t> </a:t>
            </a:r>
            <a:r>
              <a:rPr sz="2350" dirty="0" err="1"/>
              <a:t>chiqarish</a:t>
            </a:r>
            <a:r>
              <a:rPr sz="2350" dirty="0"/>
              <a:t> </a:t>
            </a:r>
            <a:r>
              <a:rPr sz="2350" dirty="0" err="1"/>
              <a:t>samaradorligini</a:t>
            </a:r>
            <a:r>
              <a:rPr sz="2350" dirty="0"/>
              <a:t> </a:t>
            </a:r>
            <a:r>
              <a:rPr sz="2350" dirty="0" err="1"/>
              <a:t>oshiradi</a:t>
            </a:r>
            <a:r>
              <a:rPr sz="2350" dirty="0"/>
              <a:t> </a:t>
            </a:r>
            <a:r>
              <a:rPr sz="2350" dirty="0" err="1"/>
              <a:t>va</a:t>
            </a:r>
            <a:r>
              <a:rPr sz="2350" dirty="0"/>
              <a:t> </a:t>
            </a:r>
            <a:r>
              <a:rPr sz="2350" dirty="0" err="1"/>
              <a:t>yangi</a:t>
            </a:r>
            <a:r>
              <a:rPr sz="2350" dirty="0"/>
              <a:t> </a:t>
            </a:r>
            <a:r>
              <a:rPr sz="2350" dirty="0" err="1"/>
              <a:t>ish</a:t>
            </a:r>
            <a:r>
              <a:rPr sz="2350" dirty="0"/>
              <a:t> </a:t>
            </a:r>
            <a:r>
              <a:rPr sz="2350" dirty="0" err="1"/>
              <a:t>o‘rinlari</a:t>
            </a:r>
            <a:r>
              <a:rPr sz="2350" dirty="0"/>
              <a:t> </a:t>
            </a:r>
            <a:r>
              <a:rPr sz="2350" dirty="0" err="1"/>
              <a:t>yaratadi</a:t>
            </a:r>
            <a:r>
              <a:rPr sz="2350" dirty="0"/>
              <a:t>. Bu </a:t>
            </a:r>
            <a:r>
              <a:rPr sz="2350" dirty="0" err="1"/>
              <a:t>jarayon</a:t>
            </a:r>
            <a:r>
              <a:rPr sz="2350" dirty="0"/>
              <a:t> </a:t>
            </a:r>
            <a:r>
              <a:rPr sz="2350" dirty="0" err="1"/>
              <a:t>iqtisodiy</a:t>
            </a:r>
            <a:r>
              <a:rPr sz="2350" dirty="0"/>
              <a:t> </a:t>
            </a:r>
            <a:r>
              <a:rPr sz="2350" dirty="0" err="1"/>
              <a:t>va</a:t>
            </a:r>
            <a:r>
              <a:rPr sz="2350" dirty="0"/>
              <a:t> </a:t>
            </a:r>
            <a:r>
              <a:rPr sz="2350" dirty="0" err="1"/>
              <a:t>ijtimoiy</a:t>
            </a:r>
            <a:r>
              <a:rPr sz="2350" dirty="0"/>
              <a:t> </a:t>
            </a:r>
            <a:r>
              <a:rPr sz="2350" dirty="0" err="1"/>
              <a:t>taraqqiyotga</a:t>
            </a:r>
            <a:r>
              <a:rPr sz="2350" dirty="0"/>
              <a:t> </a:t>
            </a:r>
            <a:r>
              <a:rPr sz="2350" dirty="0" err="1"/>
              <a:t>bevosita</a:t>
            </a:r>
            <a:r>
              <a:rPr sz="2350" dirty="0"/>
              <a:t> </a:t>
            </a:r>
            <a:r>
              <a:rPr sz="2350" dirty="0" err="1"/>
              <a:t>ta’sir</a:t>
            </a:r>
            <a:r>
              <a:rPr sz="2350" dirty="0"/>
              <a:t> </a:t>
            </a:r>
            <a:r>
              <a:rPr sz="2350" dirty="0" err="1"/>
              <a:t>ko‘rsatadi</a:t>
            </a:r>
            <a:r>
              <a:rPr sz="2350" dirty="0"/>
              <a:t>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sz="2430" dirty="0"/>
              <a:t> Fan </a:t>
            </a:r>
            <a:r>
              <a:rPr sz="2430" dirty="0" err="1"/>
              <a:t>va</a:t>
            </a:r>
            <a:r>
              <a:rPr sz="2430" dirty="0"/>
              <a:t> </a:t>
            </a:r>
            <a:r>
              <a:rPr sz="2430" dirty="0" err="1"/>
              <a:t>texnik</a:t>
            </a:r>
            <a:r>
              <a:rPr sz="2430" dirty="0"/>
              <a:t> </a:t>
            </a:r>
            <a:r>
              <a:rPr sz="2430" dirty="0" err="1"/>
              <a:t>ijodkorlik</a:t>
            </a:r>
            <a:r>
              <a:rPr sz="2430" dirty="0"/>
              <a:t> </a:t>
            </a:r>
            <a:r>
              <a:rPr sz="2430" dirty="0" err="1"/>
              <a:t>o‘zaro</a:t>
            </a:r>
            <a:r>
              <a:rPr sz="2430" dirty="0"/>
              <a:t> </a:t>
            </a:r>
            <a:r>
              <a:rPr sz="2430" dirty="0" err="1"/>
              <a:t>chambarchas</a:t>
            </a:r>
            <a:r>
              <a:rPr sz="2430" dirty="0"/>
              <a:t> </a:t>
            </a:r>
            <a:r>
              <a:rPr sz="2430" dirty="0" err="1"/>
              <a:t>bog‘liq</a:t>
            </a:r>
            <a:r>
              <a:rPr sz="2430" dirty="0"/>
              <a:t>. </a:t>
            </a:r>
            <a:r>
              <a:rPr sz="2430" dirty="0" err="1"/>
              <a:t>O‘zbekistonda</a:t>
            </a:r>
            <a:r>
              <a:rPr sz="2430" dirty="0"/>
              <a:t> </a:t>
            </a:r>
            <a:r>
              <a:rPr sz="2430" dirty="0" err="1"/>
              <a:t>ilmiy</a:t>
            </a:r>
            <a:r>
              <a:rPr sz="2430" dirty="0"/>
              <a:t> </a:t>
            </a:r>
            <a:r>
              <a:rPr sz="2430" dirty="0" err="1"/>
              <a:t>izlanishlar</a:t>
            </a:r>
            <a:r>
              <a:rPr sz="2430" dirty="0"/>
              <a:t> </a:t>
            </a:r>
            <a:r>
              <a:rPr sz="2430" dirty="0" err="1"/>
              <a:t>va</a:t>
            </a:r>
            <a:r>
              <a:rPr sz="2430" dirty="0"/>
              <a:t> </a:t>
            </a:r>
            <a:r>
              <a:rPr sz="2430" dirty="0" err="1"/>
              <a:t>texnik</a:t>
            </a:r>
            <a:r>
              <a:rPr sz="2430" dirty="0"/>
              <a:t> </a:t>
            </a:r>
            <a:r>
              <a:rPr sz="2430" dirty="0" err="1"/>
              <a:t>yangiliklar</a:t>
            </a:r>
            <a:r>
              <a:rPr sz="2430" dirty="0"/>
              <a:t> </a:t>
            </a:r>
            <a:r>
              <a:rPr sz="2430" dirty="0" err="1"/>
              <a:t>milliy</a:t>
            </a:r>
            <a:r>
              <a:rPr sz="2430" dirty="0"/>
              <a:t> </a:t>
            </a:r>
            <a:r>
              <a:rPr sz="2430" dirty="0" err="1"/>
              <a:t>taraqqiyot</a:t>
            </a:r>
            <a:r>
              <a:rPr sz="2430" dirty="0"/>
              <a:t> </a:t>
            </a:r>
            <a:r>
              <a:rPr sz="2430" dirty="0" err="1"/>
              <a:t>strategiyasining</a:t>
            </a:r>
            <a:r>
              <a:rPr sz="2430" dirty="0"/>
              <a:t> </a:t>
            </a:r>
            <a:r>
              <a:rPr sz="2430" dirty="0" err="1"/>
              <a:t>asosiy</a:t>
            </a:r>
            <a:r>
              <a:rPr sz="2430" dirty="0"/>
              <a:t> </a:t>
            </a:r>
            <a:r>
              <a:rPr sz="2430" dirty="0" err="1"/>
              <a:t>yo‘nalishlaridan</a:t>
            </a:r>
            <a:r>
              <a:rPr sz="2430" dirty="0"/>
              <a:t> </a:t>
            </a:r>
            <a:r>
              <a:rPr sz="2430" dirty="0" err="1"/>
              <a:t>biridir</a:t>
            </a:r>
            <a:r>
              <a:rPr sz="2430" dirty="0"/>
              <a:t>.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5360"/>
              <a:t>Texnik ijodkorlikka kirish va uning jamiyatdagi o‘rni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sz="2830"/>
              <a:t>Texnik ijodkorlik turlari va ularning o‘ziga xosligi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sz="1970" dirty="0"/>
              <a:t> </a:t>
            </a:r>
            <a:r>
              <a:rPr sz="1970" dirty="0" err="1"/>
              <a:t>Ixtirochilik</a:t>
            </a:r>
            <a:r>
              <a:rPr sz="1970" dirty="0"/>
              <a:t> – </a:t>
            </a:r>
            <a:r>
              <a:rPr sz="1970" dirty="0" err="1"/>
              <a:t>yangi</a:t>
            </a:r>
            <a:r>
              <a:rPr sz="1970" dirty="0"/>
              <a:t> </a:t>
            </a:r>
            <a:r>
              <a:rPr sz="1970" dirty="0" err="1"/>
              <a:t>mahsulot</a:t>
            </a:r>
            <a:r>
              <a:rPr sz="1970" dirty="0"/>
              <a:t> </a:t>
            </a:r>
            <a:r>
              <a:rPr sz="1970" dirty="0" err="1"/>
              <a:t>yoki</a:t>
            </a:r>
            <a:r>
              <a:rPr sz="1970" dirty="0"/>
              <a:t> </a:t>
            </a:r>
            <a:r>
              <a:rPr sz="1970" dirty="0" err="1"/>
              <a:t>texnologiyani</a:t>
            </a:r>
            <a:r>
              <a:rPr sz="1970" dirty="0"/>
              <a:t> </a:t>
            </a:r>
            <a:r>
              <a:rPr sz="1970" dirty="0" err="1"/>
              <a:t>yaratish</a:t>
            </a:r>
            <a:r>
              <a:rPr sz="1970" dirty="0"/>
              <a:t>, </a:t>
            </a:r>
            <a:r>
              <a:rPr sz="1970" dirty="0" err="1"/>
              <a:t>muammoni</a:t>
            </a:r>
            <a:r>
              <a:rPr sz="1970" dirty="0"/>
              <a:t> </a:t>
            </a:r>
            <a:r>
              <a:rPr sz="1970" dirty="0" err="1"/>
              <a:t>innovatsion</a:t>
            </a:r>
            <a:r>
              <a:rPr sz="1970" dirty="0"/>
              <a:t> </a:t>
            </a:r>
            <a:r>
              <a:rPr sz="1970" dirty="0" err="1"/>
              <a:t>yechim</a:t>
            </a:r>
            <a:r>
              <a:rPr sz="1970" dirty="0"/>
              <a:t> </a:t>
            </a:r>
            <a:r>
              <a:rPr sz="1970" dirty="0" err="1"/>
              <a:t>bilan</a:t>
            </a:r>
            <a:r>
              <a:rPr sz="1970" dirty="0"/>
              <a:t> </a:t>
            </a:r>
            <a:r>
              <a:rPr sz="1970" dirty="0" err="1"/>
              <a:t>hal</a:t>
            </a:r>
            <a:r>
              <a:rPr sz="1970" dirty="0"/>
              <a:t> </a:t>
            </a:r>
            <a:r>
              <a:rPr sz="1970" dirty="0" err="1"/>
              <a:t>qilish</a:t>
            </a:r>
            <a:r>
              <a:rPr sz="1970" dirty="0"/>
              <a:t>. </a:t>
            </a:r>
            <a:r>
              <a:rPr sz="1970" dirty="0" err="1"/>
              <a:t>Ratsionalizatsiya</a:t>
            </a:r>
            <a:r>
              <a:rPr sz="1970" dirty="0"/>
              <a:t> – </a:t>
            </a:r>
            <a:r>
              <a:rPr sz="1970" dirty="0" err="1"/>
              <a:t>mavjud</a:t>
            </a:r>
            <a:r>
              <a:rPr sz="1970" dirty="0"/>
              <a:t> </a:t>
            </a:r>
            <a:r>
              <a:rPr sz="1970" dirty="0" err="1"/>
              <a:t>texnikani</a:t>
            </a:r>
            <a:r>
              <a:rPr sz="1970" dirty="0"/>
              <a:t> </a:t>
            </a:r>
            <a:r>
              <a:rPr sz="1970" dirty="0" err="1"/>
              <a:t>takomillashtirish</a:t>
            </a:r>
            <a:r>
              <a:rPr sz="1970" dirty="0"/>
              <a:t>, </a:t>
            </a:r>
            <a:r>
              <a:rPr sz="1970" dirty="0" err="1"/>
              <a:t>samaradorlikni</a:t>
            </a:r>
            <a:r>
              <a:rPr sz="1970" dirty="0"/>
              <a:t> </a:t>
            </a:r>
            <a:r>
              <a:rPr sz="1970" dirty="0" err="1"/>
              <a:t>oshirishga</a:t>
            </a:r>
            <a:r>
              <a:rPr sz="1970" dirty="0"/>
              <a:t> </a:t>
            </a:r>
            <a:r>
              <a:rPr sz="1970" dirty="0" err="1"/>
              <a:t>qaratilgan</a:t>
            </a:r>
            <a:r>
              <a:rPr sz="1970" dirty="0"/>
              <a:t> </a:t>
            </a:r>
            <a:r>
              <a:rPr sz="1970" dirty="0" err="1"/>
              <a:t>takliflar</a:t>
            </a:r>
            <a:r>
              <a:rPr sz="1970" dirty="0"/>
              <a:t>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sz="1989" dirty="0"/>
              <a:t> </a:t>
            </a:r>
            <a:r>
              <a:rPr sz="1989" dirty="0" err="1"/>
              <a:t>Konstruktorlik</a:t>
            </a:r>
            <a:r>
              <a:rPr sz="1989" dirty="0"/>
              <a:t> – </a:t>
            </a:r>
            <a:r>
              <a:rPr sz="1989" dirty="0" err="1"/>
              <a:t>yangi</a:t>
            </a:r>
            <a:r>
              <a:rPr sz="1989" dirty="0"/>
              <a:t> </a:t>
            </a:r>
            <a:r>
              <a:rPr sz="1989" dirty="0" err="1"/>
              <a:t>qurilmalar</a:t>
            </a:r>
            <a:r>
              <a:rPr sz="1989" dirty="0"/>
              <a:t>, </a:t>
            </a:r>
            <a:r>
              <a:rPr sz="1989" dirty="0" err="1"/>
              <a:t>mashina</a:t>
            </a:r>
            <a:r>
              <a:rPr sz="1989" dirty="0"/>
              <a:t> </a:t>
            </a:r>
            <a:r>
              <a:rPr sz="1989" dirty="0" err="1"/>
              <a:t>va</a:t>
            </a:r>
            <a:r>
              <a:rPr sz="1989" dirty="0"/>
              <a:t> </a:t>
            </a:r>
            <a:r>
              <a:rPr sz="1989" dirty="0" err="1"/>
              <a:t>mexanizmlarni</a:t>
            </a:r>
            <a:r>
              <a:rPr sz="1989" dirty="0"/>
              <a:t> </a:t>
            </a:r>
            <a:r>
              <a:rPr sz="1989" dirty="0" err="1"/>
              <a:t>loyihalash</a:t>
            </a:r>
            <a:r>
              <a:rPr sz="1989" dirty="0"/>
              <a:t> </a:t>
            </a:r>
            <a:r>
              <a:rPr sz="1989" dirty="0" err="1"/>
              <a:t>va</a:t>
            </a:r>
            <a:r>
              <a:rPr sz="1989" dirty="0"/>
              <a:t> </a:t>
            </a:r>
            <a:r>
              <a:rPr sz="1989" dirty="0" err="1"/>
              <a:t>ishlab</a:t>
            </a:r>
            <a:r>
              <a:rPr sz="1989" dirty="0"/>
              <a:t> </a:t>
            </a:r>
            <a:r>
              <a:rPr sz="1989" dirty="0" err="1"/>
              <a:t>chiqish</a:t>
            </a:r>
            <a:r>
              <a:rPr sz="1989" dirty="0"/>
              <a:t>. </a:t>
            </a:r>
            <a:r>
              <a:rPr sz="1989" dirty="0" err="1"/>
              <a:t>Texnologik</a:t>
            </a:r>
            <a:r>
              <a:rPr sz="1989" dirty="0"/>
              <a:t> </a:t>
            </a:r>
            <a:r>
              <a:rPr sz="1989" dirty="0" err="1"/>
              <a:t>ijodkorlik</a:t>
            </a:r>
            <a:r>
              <a:rPr sz="1989" dirty="0"/>
              <a:t> – </a:t>
            </a:r>
            <a:r>
              <a:rPr sz="1989" dirty="0" err="1"/>
              <a:t>ishlab</a:t>
            </a:r>
            <a:r>
              <a:rPr sz="1989" dirty="0"/>
              <a:t> </a:t>
            </a:r>
            <a:r>
              <a:rPr sz="1989" dirty="0" err="1"/>
              <a:t>chiqarish</a:t>
            </a:r>
            <a:r>
              <a:rPr sz="1989" dirty="0"/>
              <a:t> </a:t>
            </a:r>
            <a:r>
              <a:rPr sz="1989" dirty="0" err="1"/>
              <a:t>jarayonlarini</a:t>
            </a:r>
            <a:r>
              <a:rPr sz="1989" dirty="0"/>
              <a:t> </a:t>
            </a:r>
            <a:r>
              <a:rPr sz="1989" dirty="0" err="1"/>
              <a:t>optimallashtirish</a:t>
            </a:r>
            <a:r>
              <a:rPr sz="1989" dirty="0"/>
              <a:t> </a:t>
            </a:r>
            <a:r>
              <a:rPr sz="1989" dirty="0" err="1"/>
              <a:t>va</a:t>
            </a:r>
            <a:r>
              <a:rPr sz="1989" dirty="0"/>
              <a:t> </a:t>
            </a:r>
            <a:r>
              <a:rPr sz="1989" dirty="0" err="1"/>
              <a:t>yangi</a:t>
            </a:r>
            <a:r>
              <a:rPr sz="1989" dirty="0"/>
              <a:t> </a:t>
            </a:r>
            <a:r>
              <a:rPr sz="1989" dirty="0" err="1"/>
              <a:t>texnologiyalarni</a:t>
            </a:r>
            <a:r>
              <a:rPr sz="1989" dirty="0"/>
              <a:t> </a:t>
            </a:r>
            <a:r>
              <a:rPr sz="1989" dirty="0" err="1"/>
              <a:t>joriy</a:t>
            </a:r>
            <a:r>
              <a:rPr sz="1989" dirty="0"/>
              <a:t> </a:t>
            </a:r>
            <a:r>
              <a:rPr sz="1989" dirty="0" err="1"/>
              <a:t>etish</a:t>
            </a:r>
            <a:r>
              <a:rPr sz="1989" dirty="0"/>
              <a:t>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sz="2940"/>
              <a:t>Texnik tafakkur va ijodkorlik jarayoni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sz="2020" dirty="0"/>
              <a:t> </a:t>
            </a:r>
            <a:r>
              <a:rPr sz="2020" dirty="0" err="1"/>
              <a:t>Texnik</a:t>
            </a:r>
            <a:r>
              <a:rPr sz="2020" dirty="0"/>
              <a:t> </a:t>
            </a:r>
            <a:r>
              <a:rPr sz="2020" dirty="0" err="1"/>
              <a:t>tafakkur</a:t>
            </a:r>
            <a:r>
              <a:rPr sz="2020" dirty="0"/>
              <a:t>: </a:t>
            </a:r>
            <a:r>
              <a:rPr sz="2020" dirty="0" err="1"/>
              <a:t>mantiqiylik</a:t>
            </a:r>
            <a:r>
              <a:rPr sz="2020" dirty="0"/>
              <a:t>, </a:t>
            </a:r>
            <a:r>
              <a:rPr sz="2020" dirty="0" err="1"/>
              <a:t>tizimlilik</a:t>
            </a:r>
            <a:r>
              <a:rPr sz="2020" dirty="0"/>
              <a:t>, </a:t>
            </a:r>
            <a:r>
              <a:rPr sz="2020" dirty="0" err="1"/>
              <a:t>ijodiylik</a:t>
            </a:r>
            <a:r>
              <a:rPr sz="2020" dirty="0"/>
              <a:t> </a:t>
            </a:r>
            <a:r>
              <a:rPr sz="2020" dirty="0" err="1"/>
              <a:t>va</a:t>
            </a:r>
            <a:r>
              <a:rPr sz="2020" dirty="0"/>
              <a:t> </a:t>
            </a:r>
            <a:r>
              <a:rPr sz="2020" dirty="0" err="1"/>
              <a:t>amaliy</a:t>
            </a:r>
            <a:r>
              <a:rPr sz="2020" dirty="0"/>
              <a:t> </a:t>
            </a:r>
            <a:r>
              <a:rPr sz="2020" dirty="0" err="1"/>
              <a:t>yo‘naltirilganlik</a:t>
            </a:r>
            <a:r>
              <a:rPr sz="2020" dirty="0"/>
              <a:t> </a:t>
            </a:r>
            <a:r>
              <a:rPr sz="2020" dirty="0" err="1"/>
              <a:t>muhim</a:t>
            </a:r>
            <a:r>
              <a:rPr sz="2020" dirty="0"/>
              <a:t> </a:t>
            </a:r>
            <a:r>
              <a:rPr sz="2020" dirty="0" err="1"/>
              <a:t>ahamiyatga</a:t>
            </a:r>
            <a:r>
              <a:rPr sz="2020" dirty="0"/>
              <a:t> </a:t>
            </a:r>
            <a:r>
              <a:rPr sz="2020" dirty="0" err="1"/>
              <a:t>ega</a:t>
            </a:r>
            <a:r>
              <a:rPr sz="2020" dirty="0"/>
              <a:t>. Bu </a:t>
            </a:r>
            <a:r>
              <a:rPr sz="2020" dirty="0" err="1"/>
              <a:t>xususiyatlar</a:t>
            </a:r>
            <a:r>
              <a:rPr sz="2020" dirty="0"/>
              <a:t> </a:t>
            </a:r>
            <a:r>
              <a:rPr sz="2020" dirty="0" err="1"/>
              <a:t>muammoni</a:t>
            </a:r>
            <a:r>
              <a:rPr sz="2020" dirty="0"/>
              <a:t> </a:t>
            </a:r>
            <a:r>
              <a:rPr sz="2020" dirty="0" err="1"/>
              <a:t>tahlil</a:t>
            </a:r>
            <a:r>
              <a:rPr sz="2020" dirty="0"/>
              <a:t> </a:t>
            </a:r>
            <a:r>
              <a:rPr sz="2020" dirty="0" err="1"/>
              <a:t>qilish</a:t>
            </a:r>
            <a:r>
              <a:rPr sz="2020" dirty="0"/>
              <a:t> </a:t>
            </a:r>
            <a:r>
              <a:rPr sz="2020" dirty="0" err="1"/>
              <a:t>va</a:t>
            </a:r>
            <a:r>
              <a:rPr sz="2020" dirty="0"/>
              <a:t> </a:t>
            </a:r>
            <a:r>
              <a:rPr sz="2020" dirty="0" err="1"/>
              <a:t>samarali</a:t>
            </a:r>
            <a:r>
              <a:rPr sz="2020" dirty="0"/>
              <a:t> </a:t>
            </a:r>
            <a:r>
              <a:rPr sz="2020" dirty="0" err="1"/>
              <a:t>yechimlarni</a:t>
            </a:r>
            <a:r>
              <a:rPr sz="2020" dirty="0"/>
              <a:t> </a:t>
            </a:r>
            <a:r>
              <a:rPr sz="2020" dirty="0" err="1"/>
              <a:t>topishda</a:t>
            </a:r>
            <a:r>
              <a:rPr sz="2020" dirty="0"/>
              <a:t> </a:t>
            </a:r>
            <a:r>
              <a:rPr sz="2020" dirty="0" err="1"/>
              <a:t>asos</a:t>
            </a:r>
            <a:r>
              <a:rPr sz="2020" dirty="0"/>
              <a:t> </a:t>
            </a:r>
            <a:r>
              <a:rPr sz="2020" dirty="0" err="1"/>
              <a:t>bo‘ladi</a:t>
            </a:r>
            <a:r>
              <a:rPr sz="2020" dirty="0"/>
              <a:t>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sz="1939" dirty="0"/>
              <a:t> </a:t>
            </a:r>
            <a:r>
              <a:rPr sz="1939" dirty="0" err="1"/>
              <a:t>Jarayon</a:t>
            </a:r>
            <a:r>
              <a:rPr sz="1939" dirty="0"/>
              <a:t> </a:t>
            </a:r>
            <a:r>
              <a:rPr sz="1939" dirty="0" err="1"/>
              <a:t>bosqichlari</a:t>
            </a:r>
            <a:r>
              <a:rPr sz="1939" dirty="0"/>
              <a:t>: </a:t>
            </a:r>
            <a:r>
              <a:rPr sz="1939" dirty="0" err="1"/>
              <a:t>muammoni</a:t>
            </a:r>
            <a:r>
              <a:rPr sz="1939" dirty="0"/>
              <a:t> </a:t>
            </a:r>
            <a:r>
              <a:rPr sz="1939" dirty="0" err="1"/>
              <a:t>aniqlash</a:t>
            </a:r>
            <a:r>
              <a:rPr sz="1939" dirty="0"/>
              <a:t>, </a:t>
            </a:r>
            <a:r>
              <a:rPr sz="1939" dirty="0" err="1"/>
              <a:t>g‘oya</a:t>
            </a:r>
            <a:r>
              <a:rPr sz="1939" dirty="0"/>
              <a:t> </a:t>
            </a:r>
            <a:r>
              <a:rPr sz="1939" dirty="0" err="1"/>
              <a:t>yaratish</a:t>
            </a:r>
            <a:r>
              <a:rPr sz="1939" dirty="0"/>
              <a:t>, </a:t>
            </a:r>
            <a:r>
              <a:rPr sz="1939" dirty="0" err="1"/>
              <a:t>loyihalash</a:t>
            </a:r>
            <a:r>
              <a:rPr sz="1939" dirty="0"/>
              <a:t>, </a:t>
            </a:r>
            <a:r>
              <a:rPr sz="1939" dirty="0" err="1"/>
              <a:t>sinovdan</a:t>
            </a:r>
            <a:r>
              <a:rPr sz="1939" dirty="0"/>
              <a:t> </a:t>
            </a:r>
            <a:r>
              <a:rPr sz="1939" dirty="0" err="1"/>
              <a:t>o‘tkazish</a:t>
            </a:r>
            <a:r>
              <a:rPr sz="1939" dirty="0"/>
              <a:t>, </a:t>
            </a:r>
            <a:r>
              <a:rPr sz="1939" dirty="0" err="1"/>
              <a:t>tijoratlashtirish</a:t>
            </a:r>
            <a:r>
              <a:rPr sz="1939" dirty="0"/>
              <a:t>. Har </a:t>
            </a:r>
            <a:r>
              <a:rPr sz="1939" dirty="0" err="1"/>
              <a:t>bir</a:t>
            </a:r>
            <a:r>
              <a:rPr sz="1939" dirty="0"/>
              <a:t> </a:t>
            </a:r>
            <a:r>
              <a:rPr sz="1939" dirty="0" err="1"/>
              <a:t>bosqichda</a:t>
            </a:r>
            <a:r>
              <a:rPr sz="1939" dirty="0"/>
              <a:t> </a:t>
            </a:r>
            <a:r>
              <a:rPr sz="1939" dirty="0" err="1"/>
              <a:t>amaliy</a:t>
            </a:r>
            <a:r>
              <a:rPr sz="1939" dirty="0"/>
              <a:t> </a:t>
            </a:r>
            <a:r>
              <a:rPr sz="1939" dirty="0" err="1"/>
              <a:t>misollar</a:t>
            </a:r>
            <a:r>
              <a:rPr sz="1939" dirty="0"/>
              <a:t>: </a:t>
            </a:r>
            <a:r>
              <a:rPr sz="1939" dirty="0" err="1"/>
              <a:t>masalan</a:t>
            </a:r>
            <a:r>
              <a:rPr sz="1939" dirty="0"/>
              <a:t>, </a:t>
            </a:r>
            <a:r>
              <a:rPr sz="1939" dirty="0" err="1"/>
              <a:t>yangi</a:t>
            </a:r>
            <a:r>
              <a:rPr sz="1939" dirty="0"/>
              <a:t> </a:t>
            </a:r>
            <a:r>
              <a:rPr sz="1939" dirty="0" err="1"/>
              <a:t>mexanizm</a:t>
            </a:r>
            <a:r>
              <a:rPr sz="1939" dirty="0"/>
              <a:t> </a:t>
            </a:r>
            <a:r>
              <a:rPr sz="1939" dirty="0" err="1"/>
              <a:t>yaratishda</a:t>
            </a:r>
            <a:r>
              <a:rPr sz="1939" dirty="0"/>
              <a:t> </a:t>
            </a:r>
            <a:r>
              <a:rPr sz="1939" dirty="0" err="1"/>
              <a:t>dastlabki</a:t>
            </a:r>
            <a:r>
              <a:rPr sz="1939" dirty="0"/>
              <a:t> </a:t>
            </a:r>
            <a:r>
              <a:rPr sz="1939" dirty="0" err="1"/>
              <a:t>g‘oyadan</a:t>
            </a:r>
            <a:r>
              <a:rPr sz="1939" dirty="0"/>
              <a:t> </a:t>
            </a:r>
            <a:r>
              <a:rPr sz="1939" dirty="0" err="1"/>
              <a:t>ishlab</a:t>
            </a:r>
            <a:r>
              <a:rPr sz="1939" dirty="0"/>
              <a:t> </a:t>
            </a:r>
            <a:r>
              <a:rPr sz="1939" dirty="0" err="1"/>
              <a:t>chiqarishgacha</a:t>
            </a:r>
            <a:r>
              <a:rPr sz="1939" dirty="0"/>
              <a:t>.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5360"/>
              <a:t>Texnik ijodkorlikning asosiy turlari va xususiyatlari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just"/>
            <a:r>
              <a:rPr sz="2510" dirty="0"/>
              <a:t> </a:t>
            </a:r>
            <a:r>
              <a:rPr sz="2510" dirty="0" err="1"/>
              <a:t>Texnik</a:t>
            </a:r>
            <a:r>
              <a:rPr sz="2510" dirty="0"/>
              <a:t> </a:t>
            </a:r>
            <a:r>
              <a:rPr sz="2510" dirty="0" err="1"/>
              <a:t>ijodkorlik</a:t>
            </a:r>
            <a:r>
              <a:rPr sz="2510" dirty="0"/>
              <a:t> </a:t>
            </a:r>
            <a:r>
              <a:rPr sz="2510" dirty="0" err="1"/>
              <a:t>o‘quvchilarda</a:t>
            </a:r>
            <a:r>
              <a:rPr sz="2510" dirty="0"/>
              <a:t> </a:t>
            </a:r>
            <a:r>
              <a:rPr sz="2510" dirty="0" err="1"/>
              <a:t>amaliy</a:t>
            </a:r>
            <a:r>
              <a:rPr sz="2510" dirty="0"/>
              <a:t> </a:t>
            </a:r>
            <a:r>
              <a:rPr sz="2510" dirty="0" err="1"/>
              <a:t>ko‘nikmalar</a:t>
            </a:r>
            <a:r>
              <a:rPr sz="2510" dirty="0"/>
              <a:t> </a:t>
            </a:r>
            <a:r>
              <a:rPr sz="2510" dirty="0" err="1"/>
              <a:t>va</a:t>
            </a:r>
            <a:r>
              <a:rPr sz="2510" dirty="0"/>
              <a:t> </a:t>
            </a:r>
            <a:r>
              <a:rPr sz="2510" dirty="0" err="1"/>
              <a:t>muammolarni</a:t>
            </a:r>
            <a:r>
              <a:rPr sz="2510" dirty="0"/>
              <a:t> </a:t>
            </a:r>
            <a:r>
              <a:rPr sz="2510" dirty="0" err="1"/>
              <a:t>hal</a:t>
            </a:r>
            <a:r>
              <a:rPr sz="2510" dirty="0"/>
              <a:t> </a:t>
            </a:r>
            <a:r>
              <a:rPr sz="2510" dirty="0" err="1"/>
              <a:t>qilish</a:t>
            </a:r>
            <a:r>
              <a:rPr sz="2510" dirty="0"/>
              <a:t> </a:t>
            </a:r>
            <a:r>
              <a:rPr sz="2510" dirty="0" err="1"/>
              <a:t>qobiliyatini</a:t>
            </a:r>
            <a:r>
              <a:rPr sz="2510" dirty="0"/>
              <a:t> </a:t>
            </a:r>
            <a:r>
              <a:rPr sz="2510" dirty="0" err="1"/>
              <a:t>rivojlantirishda</a:t>
            </a:r>
            <a:r>
              <a:rPr sz="2510" dirty="0"/>
              <a:t> </a:t>
            </a:r>
            <a:r>
              <a:rPr sz="2510" dirty="0" err="1"/>
              <a:t>muhim</a:t>
            </a:r>
            <a:r>
              <a:rPr sz="2510" dirty="0"/>
              <a:t> </a:t>
            </a:r>
            <a:r>
              <a:rPr sz="2510" dirty="0" err="1"/>
              <a:t>ahamiyatga</a:t>
            </a:r>
            <a:r>
              <a:rPr sz="2510" dirty="0"/>
              <a:t> </a:t>
            </a:r>
            <a:r>
              <a:rPr sz="2510" dirty="0" err="1"/>
              <a:t>ega</a:t>
            </a:r>
            <a:r>
              <a:rPr sz="2510" dirty="0"/>
              <a:t>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algn="just"/>
            <a:r>
              <a:rPr sz="2480" dirty="0"/>
              <a:t>STEAM (fan, </a:t>
            </a:r>
            <a:r>
              <a:rPr sz="2480" dirty="0" err="1"/>
              <a:t>texnologiya</a:t>
            </a:r>
            <a:r>
              <a:rPr sz="2480" dirty="0"/>
              <a:t>, </a:t>
            </a:r>
            <a:r>
              <a:rPr sz="2480" dirty="0" err="1"/>
              <a:t>muhandislik</a:t>
            </a:r>
            <a:r>
              <a:rPr sz="2480" dirty="0"/>
              <a:t>, </a:t>
            </a:r>
            <a:r>
              <a:rPr sz="2480" dirty="0" err="1"/>
              <a:t>san’at</a:t>
            </a:r>
            <a:r>
              <a:rPr sz="2480" dirty="0"/>
              <a:t> </a:t>
            </a:r>
            <a:r>
              <a:rPr sz="2480" dirty="0" err="1"/>
              <a:t>va</a:t>
            </a:r>
            <a:r>
              <a:rPr sz="2480" dirty="0"/>
              <a:t> </a:t>
            </a:r>
            <a:r>
              <a:rPr sz="2480" dirty="0" err="1"/>
              <a:t>matematika</a:t>
            </a:r>
            <a:r>
              <a:rPr sz="2480" dirty="0"/>
              <a:t>) </a:t>
            </a:r>
            <a:r>
              <a:rPr sz="2480" dirty="0" err="1"/>
              <a:t>yondashuvi</a:t>
            </a:r>
            <a:r>
              <a:rPr sz="2480" dirty="0"/>
              <a:t> </a:t>
            </a:r>
            <a:r>
              <a:rPr sz="2480" dirty="0" err="1"/>
              <a:t>orqali</a:t>
            </a:r>
            <a:r>
              <a:rPr sz="2480" dirty="0"/>
              <a:t> </a:t>
            </a:r>
            <a:r>
              <a:rPr sz="2480" dirty="0" err="1"/>
              <a:t>texnik</a:t>
            </a:r>
            <a:r>
              <a:rPr sz="2480" dirty="0"/>
              <a:t> </a:t>
            </a:r>
            <a:r>
              <a:rPr sz="2480" dirty="0" err="1"/>
              <a:t>tafakkur</a:t>
            </a:r>
            <a:r>
              <a:rPr sz="2480" dirty="0"/>
              <a:t> </a:t>
            </a:r>
            <a:r>
              <a:rPr sz="2480" dirty="0" err="1"/>
              <a:t>va</a:t>
            </a:r>
            <a:r>
              <a:rPr sz="2480" dirty="0"/>
              <a:t> </a:t>
            </a:r>
            <a:r>
              <a:rPr sz="2480" dirty="0" err="1"/>
              <a:t>ijodkorlik</a:t>
            </a:r>
            <a:r>
              <a:rPr sz="2480" dirty="0"/>
              <a:t> </a:t>
            </a:r>
            <a:r>
              <a:rPr sz="2480" dirty="0" err="1"/>
              <a:t>amaliy</a:t>
            </a:r>
            <a:r>
              <a:rPr sz="2480" dirty="0"/>
              <a:t> </a:t>
            </a:r>
            <a:r>
              <a:rPr sz="2480" dirty="0" err="1"/>
              <a:t>loyihalar</a:t>
            </a:r>
            <a:r>
              <a:rPr sz="2480" dirty="0"/>
              <a:t> </a:t>
            </a:r>
            <a:r>
              <a:rPr sz="2480" dirty="0" err="1"/>
              <a:t>asosida</a:t>
            </a:r>
            <a:r>
              <a:rPr sz="2480" dirty="0"/>
              <a:t> </a:t>
            </a:r>
            <a:r>
              <a:rPr sz="2480" dirty="0" err="1"/>
              <a:t>shakllanadi</a:t>
            </a:r>
            <a:r>
              <a:rPr sz="2480" dirty="0"/>
              <a:t>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algn="just"/>
            <a:r>
              <a:rPr sz="2440" dirty="0"/>
              <a:t> </a:t>
            </a:r>
            <a:r>
              <a:rPr sz="2440" dirty="0" err="1"/>
              <a:t>O‘qituvchilar</a:t>
            </a:r>
            <a:r>
              <a:rPr sz="2440" dirty="0"/>
              <a:t> </a:t>
            </a:r>
            <a:r>
              <a:rPr sz="2440" dirty="0" err="1"/>
              <a:t>innovatsion</a:t>
            </a:r>
            <a:r>
              <a:rPr sz="2440" dirty="0"/>
              <a:t> </a:t>
            </a:r>
            <a:r>
              <a:rPr sz="2440" dirty="0" err="1"/>
              <a:t>va</a:t>
            </a:r>
            <a:r>
              <a:rPr sz="2440" dirty="0"/>
              <a:t> </a:t>
            </a:r>
            <a:r>
              <a:rPr sz="2440" dirty="0" err="1"/>
              <a:t>pedagogik</a:t>
            </a:r>
            <a:r>
              <a:rPr sz="2440" dirty="0"/>
              <a:t> </a:t>
            </a:r>
            <a:r>
              <a:rPr sz="2440" dirty="0" err="1"/>
              <a:t>metodlarni</a:t>
            </a:r>
            <a:r>
              <a:rPr sz="2440" dirty="0"/>
              <a:t> </a:t>
            </a:r>
            <a:r>
              <a:rPr sz="2440" dirty="0" err="1"/>
              <a:t>qo‘llab</a:t>
            </a:r>
            <a:r>
              <a:rPr sz="2440" dirty="0"/>
              <a:t>, </a:t>
            </a:r>
            <a:r>
              <a:rPr sz="2440" dirty="0" err="1"/>
              <a:t>O‘zbekistondagi</a:t>
            </a:r>
            <a:r>
              <a:rPr sz="2440" dirty="0"/>
              <a:t> </a:t>
            </a:r>
            <a:r>
              <a:rPr sz="2440" dirty="0" err="1"/>
              <a:t>zamonaviy</a:t>
            </a:r>
            <a:r>
              <a:rPr sz="2440" dirty="0"/>
              <a:t> </a:t>
            </a:r>
            <a:r>
              <a:rPr sz="2440" dirty="0" err="1"/>
              <a:t>islohotlar</a:t>
            </a:r>
            <a:r>
              <a:rPr sz="2440" dirty="0"/>
              <a:t> </a:t>
            </a:r>
            <a:r>
              <a:rPr sz="2440" dirty="0" err="1"/>
              <a:t>va</a:t>
            </a:r>
            <a:r>
              <a:rPr sz="2440" dirty="0"/>
              <a:t> </a:t>
            </a:r>
            <a:r>
              <a:rPr sz="2440" dirty="0" err="1"/>
              <a:t>innovatsion</a:t>
            </a:r>
            <a:r>
              <a:rPr sz="2440" dirty="0"/>
              <a:t> </a:t>
            </a:r>
            <a:r>
              <a:rPr sz="2440" dirty="0" err="1"/>
              <a:t>markazlar</a:t>
            </a:r>
            <a:r>
              <a:rPr sz="2440" dirty="0"/>
              <a:t> </a:t>
            </a:r>
            <a:r>
              <a:rPr sz="2440" dirty="0" err="1"/>
              <a:t>yordamida</a:t>
            </a:r>
            <a:r>
              <a:rPr sz="2440" dirty="0"/>
              <a:t> </a:t>
            </a:r>
            <a:r>
              <a:rPr sz="2440" dirty="0" err="1"/>
              <a:t>texnik</a:t>
            </a:r>
            <a:r>
              <a:rPr sz="2440" dirty="0"/>
              <a:t> </a:t>
            </a:r>
            <a:r>
              <a:rPr sz="2440" dirty="0" err="1"/>
              <a:t>ijodkorlikni</a:t>
            </a:r>
            <a:r>
              <a:rPr sz="2440" dirty="0"/>
              <a:t> </a:t>
            </a:r>
            <a:r>
              <a:rPr sz="2440" dirty="0" err="1"/>
              <a:t>rivojlantiradi</a:t>
            </a:r>
            <a:r>
              <a:rPr sz="2440" dirty="0"/>
              <a:t>.</a:t>
            </a:r>
          </a:p>
        </p:txBody>
      </p:sp>
      <p:pic>
        <p:nvPicPr>
          <p:cNvPr id="5" name="Picture Placeholder 4" descr="image.jpg"/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t="11002" b="11002"/>
          <a:stretch>
            <a:fillRect/>
          </a:stretch>
        </p:blipFill>
        <p:spPr/>
      </p:pic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5470"/>
              <a:t>Texnik ijodkorlik va ta’lim tizimidagi o‘rni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52492" y="9321800"/>
            <a:ext cx="4968658" cy="228600"/>
          </a:xfrm>
          <a:prstGeom prst="rect">
            <a:avLst/>
          </a:prstGeom>
          <a:solidFill>
            <a:srgbClr val="F5F3F2"/>
          </a:solidFill>
        </p:spPr>
        <p:txBody>
          <a:bodyPr wrap="none" lIns="0" tIns="0" rIns="0" bIns="0">
            <a:spAutoFit/>
          </a:bodyPr>
          <a:lstStyle/>
          <a:p>
            <a:pPr algn="ctr"/>
            <a:r>
              <a:rPr sz="1100"/>
              <a:t>Photo by </a:t>
            </a:r>
            <a:r>
              <a:rPr sz="1100">
                <a:hlinkClick r:id="rId3"/>
              </a:rPr>
              <a:t>Ahmed</a:t>
            </a:r>
            <a:r>
              <a:rPr sz="1100"/>
              <a:t> on </a:t>
            </a:r>
            <a:r>
              <a:rPr sz="1100">
                <a:hlinkClick r:id="rId4"/>
              </a:rPr>
              <a:t>Unsplash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algn="just"/>
            <a:r>
              <a:rPr sz="2300" dirty="0" err="1"/>
              <a:t>Texnik</a:t>
            </a:r>
            <a:r>
              <a:rPr sz="2300" dirty="0"/>
              <a:t> </a:t>
            </a:r>
            <a:r>
              <a:rPr sz="2300" dirty="0" err="1"/>
              <a:t>ijodkorlik</a:t>
            </a:r>
            <a:r>
              <a:rPr sz="2300" dirty="0"/>
              <a:t> </a:t>
            </a:r>
            <a:r>
              <a:rPr sz="2300" dirty="0" err="1"/>
              <a:t>iqtisodiy</a:t>
            </a:r>
            <a:r>
              <a:rPr sz="2300" dirty="0"/>
              <a:t> </a:t>
            </a:r>
            <a:r>
              <a:rPr sz="2300" dirty="0" err="1"/>
              <a:t>samaradorlikni</a:t>
            </a:r>
            <a:r>
              <a:rPr sz="2300" dirty="0"/>
              <a:t> </a:t>
            </a:r>
            <a:r>
              <a:rPr sz="2300" dirty="0" err="1"/>
              <a:t>oshirish</a:t>
            </a:r>
            <a:r>
              <a:rPr sz="2300" dirty="0"/>
              <a:t>, </a:t>
            </a:r>
            <a:r>
              <a:rPr sz="2300" dirty="0" err="1"/>
              <a:t>innovatsion</a:t>
            </a:r>
            <a:r>
              <a:rPr sz="2300" dirty="0"/>
              <a:t> </a:t>
            </a:r>
            <a:r>
              <a:rPr sz="2300" dirty="0" err="1"/>
              <a:t>mahsulotlar</a:t>
            </a:r>
            <a:r>
              <a:rPr sz="2300" dirty="0"/>
              <a:t> </a:t>
            </a:r>
            <a:r>
              <a:rPr sz="2300" dirty="0" err="1"/>
              <a:t>yaratish</a:t>
            </a:r>
            <a:r>
              <a:rPr sz="2300" dirty="0"/>
              <a:t> </a:t>
            </a:r>
            <a:r>
              <a:rPr sz="2300" dirty="0" err="1"/>
              <a:t>va</a:t>
            </a:r>
            <a:r>
              <a:rPr sz="2300" dirty="0"/>
              <a:t> </a:t>
            </a:r>
            <a:r>
              <a:rPr sz="2300" dirty="0" err="1"/>
              <a:t>resurslardan</a:t>
            </a:r>
            <a:r>
              <a:rPr sz="2300" dirty="0"/>
              <a:t> </a:t>
            </a:r>
            <a:r>
              <a:rPr sz="2300" dirty="0" err="1"/>
              <a:t>oqilona</a:t>
            </a:r>
            <a:r>
              <a:rPr sz="2300" dirty="0"/>
              <a:t> </a:t>
            </a:r>
            <a:r>
              <a:rPr sz="2300" dirty="0" err="1"/>
              <a:t>foydalanishda</a:t>
            </a:r>
            <a:r>
              <a:rPr sz="2300" dirty="0"/>
              <a:t> </a:t>
            </a:r>
            <a:r>
              <a:rPr sz="2300" dirty="0" err="1"/>
              <a:t>muhim</a:t>
            </a:r>
            <a:r>
              <a:rPr sz="2300" dirty="0"/>
              <a:t> </a:t>
            </a:r>
            <a:r>
              <a:rPr sz="2300" dirty="0" err="1"/>
              <a:t>rol</a:t>
            </a:r>
            <a:r>
              <a:rPr sz="2300" dirty="0"/>
              <a:t> </a:t>
            </a:r>
            <a:r>
              <a:rPr sz="2300" dirty="0" err="1"/>
              <a:t>o‘ynaydi</a:t>
            </a:r>
            <a:r>
              <a:rPr sz="2300" dirty="0"/>
              <a:t>. Bu </a:t>
            </a:r>
            <a:r>
              <a:rPr sz="2300" dirty="0" err="1"/>
              <a:t>jarayon</a:t>
            </a:r>
            <a:r>
              <a:rPr sz="2300" dirty="0"/>
              <a:t> </a:t>
            </a:r>
            <a:r>
              <a:rPr sz="2300" dirty="0" err="1"/>
              <a:t>raqobatbardoshlikni</a:t>
            </a:r>
            <a:r>
              <a:rPr sz="2300" dirty="0"/>
              <a:t> </a:t>
            </a:r>
            <a:r>
              <a:rPr sz="2300" dirty="0" err="1"/>
              <a:t>kuchaytirib</a:t>
            </a:r>
            <a:r>
              <a:rPr sz="2300" dirty="0"/>
              <a:t>, </a:t>
            </a:r>
            <a:r>
              <a:rPr sz="2300" dirty="0" err="1"/>
              <a:t>milliy</a:t>
            </a:r>
            <a:r>
              <a:rPr sz="2300" dirty="0"/>
              <a:t> </a:t>
            </a:r>
            <a:r>
              <a:rPr sz="2300" dirty="0" err="1"/>
              <a:t>xavfsizlik</a:t>
            </a:r>
            <a:r>
              <a:rPr sz="2300" dirty="0"/>
              <a:t> </a:t>
            </a:r>
            <a:r>
              <a:rPr sz="2300" dirty="0" err="1"/>
              <a:t>va</a:t>
            </a:r>
            <a:r>
              <a:rPr sz="2300" dirty="0"/>
              <a:t> </a:t>
            </a:r>
            <a:r>
              <a:rPr sz="2300" dirty="0" err="1"/>
              <a:t>barqaror</a:t>
            </a:r>
            <a:r>
              <a:rPr sz="2300" dirty="0"/>
              <a:t> </a:t>
            </a:r>
            <a:r>
              <a:rPr sz="2300" dirty="0" err="1"/>
              <a:t>taraqqiyotga</a:t>
            </a:r>
            <a:r>
              <a:rPr sz="2300" dirty="0"/>
              <a:t> </a:t>
            </a:r>
            <a:r>
              <a:rPr sz="2300" dirty="0" err="1"/>
              <a:t>xizmat</a:t>
            </a:r>
            <a:r>
              <a:rPr sz="2300" dirty="0"/>
              <a:t> </a:t>
            </a:r>
            <a:r>
              <a:rPr sz="2300" dirty="0" err="1"/>
              <a:t>qiladi</a:t>
            </a:r>
            <a:r>
              <a:rPr sz="2300" dirty="0"/>
              <a:t>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algn="just"/>
            <a:r>
              <a:rPr sz="2360" dirty="0" err="1"/>
              <a:t>Raqamli</a:t>
            </a:r>
            <a:r>
              <a:rPr sz="2360" dirty="0"/>
              <a:t> </a:t>
            </a:r>
            <a:r>
              <a:rPr sz="2360" dirty="0" err="1"/>
              <a:t>transformatsiya</a:t>
            </a:r>
            <a:r>
              <a:rPr sz="2360" dirty="0"/>
              <a:t>, </a:t>
            </a:r>
            <a:r>
              <a:rPr sz="2360" dirty="0" err="1"/>
              <a:t>sun’iy</a:t>
            </a:r>
            <a:r>
              <a:rPr sz="2360" dirty="0"/>
              <a:t> </a:t>
            </a:r>
            <a:r>
              <a:rPr sz="2360" dirty="0" err="1"/>
              <a:t>intellekt</a:t>
            </a:r>
            <a:r>
              <a:rPr sz="2360" dirty="0"/>
              <a:t> </a:t>
            </a:r>
            <a:r>
              <a:rPr sz="2360" dirty="0" err="1"/>
              <a:t>va</a:t>
            </a:r>
            <a:r>
              <a:rPr sz="2360" dirty="0"/>
              <a:t> </a:t>
            </a:r>
            <a:r>
              <a:rPr sz="2360" dirty="0" err="1"/>
              <a:t>ekologik</a:t>
            </a:r>
            <a:r>
              <a:rPr sz="2360" dirty="0"/>
              <a:t> </a:t>
            </a:r>
            <a:r>
              <a:rPr sz="2360" dirty="0" err="1"/>
              <a:t>yondashuvlar</a:t>
            </a:r>
            <a:r>
              <a:rPr sz="2360" dirty="0"/>
              <a:t> </a:t>
            </a:r>
            <a:r>
              <a:rPr sz="2360" dirty="0" err="1"/>
              <a:t>texnik</a:t>
            </a:r>
            <a:r>
              <a:rPr sz="2360" dirty="0"/>
              <a:t> </a:t>
            </a:r>
            <a:r>
              <a:rPr sz="2360" dirty="0" err="1"/>
              <a:t>ijodkorlikka</a:t>
            </a:r>
            <a:r>
              <a:rPr sz="2360" dirty="0"/>
              <a:t> </a:t>
            </a:r>
            <a:r>
              <a:rPr sz="2360" dirty="0" err="1"/>
              <a:t>yangi</a:t>
            </a:r>
            <a:r>
              <a:rPr sz="2360" dirty="0"/>
              <a:t> </a:t>
            </a:r>
            <a:r>
              <a:rPr sz="2360" dirty="0" err="1"/>
              <a:t>imkoniyatlar</a:t>
            </a:r>
            <a:r>
              <a:rPr sz="2360" dirty="0"/>
              <a:t> </a:t>
            </a:r>
            <a:r>
              <a:rPr sz="2360" dirty="0" err="1"/>
              <a:t>ochmoqda</a:t>
            </a:r>
            <a:r>
              <a:rPr sz="2360" dirty="0"/>
              <a:t>. </a:t>
            </a:r>
            <a:r>
              <a:rPr sz="2360" dirty="0" err="1"/>
              <a:t>Zamonaviy</a:t>
            </a:r>
            <a:r>
              <a:rPr sz="2360" dirty="0"/>
              <a:t> </a:t>
            </a:r>
            <a:r>
              <a:rPr sz="2360" dirty="0" err="1"/>
              <a:t>texnologiyalar</a:t>
            </a:r>
            <a:r>
              <a:rPr sz="2360" dirty="0"/>
              <a:t> </a:t>
            </a:r>
            <a:r>
              <a:rPr sz="2360" dirty="0" err="1"/>
              <a:t>yordamida</a:t>
            </a:r>
            <a:r>
              <a:rPr sz="2360" dirty="0"/>
              <a:t> </a:t>
            </a:r>
            <a:r>
              <a:rPr sz="2360" dirty="0" err="1"/>
              <a:t>barqaror</a:t>
            </a:r>
            <a:r>
              <a:rPr sz="2360" dirty="0"/>
              <a:t> </a:t>
            </a:r>
            <a:r>
              <a:rPr sz="2360" dirty="0" err="1"/>
              <a:t>rivojlanish</a:t>
            </a:r>
            <a:r>
              <a:rPr sz="2360" dirty="0"/>
              <a:t> </a:t>
            </a:r>
            <a:r>
              <a:rPr sz="2360" dirty="0" err="1"/>
              <a:t>va</a:t>
            </a:r>
            <a:r>
              <a:rPr sz="2360" dirty="0"/>
              <a:t> </a:t>
            </a:r>
            <a:r>
              <a:rPr sz="2360" dirty="0" err="1"/>
              <a:t>atrof-muhit</a:t>
            </a:r>
            <a:r>
              <a:rPr sz="2360" dirty="0"/>
              <a:t> </a:t>
            </a:r>
            <a:r>
              <a:rPr sz="2360" dirty="0" err="1"/>
              <a:t>muhofazasi</a:t>
            </a:r>
            <a:r>
              <a:rPr sz="2360" dirty="0"/>
              <a:t> </a:t>
            </a:r>
            <a:r>
              <a:rPr sz="2360" dirty="0" err="1"/>
              <a:t>ta’minlanadi</a:t>
            </a:r>
            <a:r>
              <a:rPr sz="2360" dirty="0"/>
              <a:t>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algn="just"/>
            <a:r>
              <a:rPr sz="2340" dirty="0"/>
              <a:t>Bozor </a:t>
            </a:r>
            <a:r>
              <a:rPr sz="2340" dirty="0" err="1"/>
              <a:t>munosabatlari</a:t>
            </a:r>
            <a:r>
              <a:rPr sz="2340" dirty="0"/>
              <a:t> </a:t>
            </a:r>
            <a:r>
              <a:rPr sz="2340" dirty="0" err="1"/>
              <a:t>sharoitida</a:t>
            </a:r>
            <a:r>
              <a:rPr sz="2340" dirty="0"/>
              <a:t> </a:t>
            </a:r>
            <a:r>
              <a:rPr sz="2340" dirty="0" err="1"/>
              <a:t>ijodiy</a:t>
            </a:r>
            <a:r>
              <a:rPr sz="2340" dirty="0"/>
              <a:t> </a:t>
            </a:r>
            <a:r>
              <a:rPr sz="2340" dirty="0" err="1"/>
              <a:t>faoliyat</a:t>
            </a:r>
            <a:r>
              <a:rPr sz="2340" dirty="0"/>
              <a:t> </a:t>
            </a:r>
            <a:r>
              <a:rPr sz="2340" dirty="0" err="1"/>
              <a:t>tezkor</a:t>
            </a:r>
            <a:r>
              <a:rPr sz="2340" dirty="0"/>
              <a:t> </a:t>
            </a:r>
            <a:r>
              <a:rPr sz="2340" dirty="0" err="1"/>
              <a:t>innovatsiyalarni</a:t>
            </a:r>
            <a:r>
              <a:rPr sz="2340" dirty="0"/>
              <a:t> </a:t>
            </a:r>
            <a:r>
              <a:rPr sz="2340" dirty="0" err="1"/>
              <a:t>joriy</a:t>
            </a:r>
            <a:r>
              <a:rPr sz="2340" dirty="0"/>
              <a:t> </a:t>
            </a:r>
            <a:r>
              <a:rPr sz="2340" dirty="0" err="1"/>
              <a:t>etish</a:t>
            </a:r>
            <a:r>
              <a:rPr sz="2340" dirty="0"/>
              <a:t> </a:t>
            </a:r>
            <a:r>
              <a:rPr sz="2340" dirty="0" err="1"/>
              <a:t>va</a:t>
            </a:r>
            <a:r>
              <a:rPr sz="2340" dirty="0"/>
              <a:t> global </a:t>
            </a:r>
            <a:r>
              <a:rPr sz="2340" dirty="0" err="1"/>
              <a:t>hamkorlikni</a:t>
            </a:r>
            <a:r>
              <a:rPr sz="2340" dirty="0"/>
              <a:t> </a:t>
            </a:r>
            <a:r>
              <a:rPr sz="2340" dirty="0" err="1"/>
              <a:t>rivojlantirishda</a:t>
            </a:r>
            <a:r>
              <a:rPr sz="2340" dirty="0"/>
              <a:t> </a:t>
            </a:r>
            <a:r>
              <a:rPr sz="2340" dirty="0" err="1"/>
              <a:t>muhim</a:t>
            </a:r>
            <a:r>
              <a:rPr sz="2340" dirty="0"/>
              <a:t> </a:t>
            </a:r>
            <a:r>
              <a:rPr sz="2340" dirty="0" err="1"/>
              <a:t>ahamiyat</a:t>
            </a:r>
            <a:r>
              <a:rPr sz="2340" dirty="0"/>
              <a:t> </a:t>
            </a:r>
            <a:r>
              <a:rPr sz="2340" dirty="0" err="1"/>
              <a:t>kasb</a:t>
            </a:r>
            <a:r>
              <a:rPr sz="2340" dirty="0"/>
              <a:t> </a:t>
            </a:r>
            <a:r>
              <a:rPr sz="2340" dirty="0" err="1"/>
              <a:t>etadi</a:t>
            </a:r>
            <a:r>
              <a:rPr sz="2340" dirty="0"/>
              <a:t>. </a:t>
            </a:r>
            <a:r>
              <a:rPr sz="2340" dirty="0" err="1"/>
              <a:t>O‘zbekiston</a:t>
            </a:r>
            <a:r>
              <a:rPr sz="2340" dirty="0"/>
              <a:t> </a:t>
            </a:r>
            <a:r>
              <a:rPr sz="2340" dirty="0" err="1"/>
              <a:t>bu</a:t>
            </a:r>
            <a:r>
              <a:rPr sz="2340" dirty="0"/>
              <a:t> </a:t>
            </a:r>
            <a:r>
              <a:rPr sz="2340" dirty="0" err="1"/>
              <a:t>borada</a:t>
            </a:r>
            <a:r>
              <a:rPr sz="2340" dirty="0"/>
              <a:t> </a:t>
            </a:r>
            <a:r>
              <a:rPr sz="2340" dirty="0" err="1"/>
              <a:t>xalqaro</a:t>
            </a:r>
            <a:r>
              <a:rPr sz="2340" dirty="0"/>
              <a:t> </a:t>
            </a:r>
            <a:r>
              <a:rPr sz="2340" dirty="0" err="1"/>
              <a:t>tajriba</a:t>
            </a:r>
            <a:r>
              <a:rPr sz="2340" dirty="0"/>
              <a:t> </a:t>
            </a:r>
            <a:r>
              <a:rPr sz="2340" dirty="0" err="1"/>
              <a:t>almashuviga</a:t>
            </a:r>
            <a:r>
              <a:rPr sz="2340" dirty="0"/>
              <a:t> </a:t>
            </a:r>
            <a:r>
              <a:rPr sz="2340" dirty="0" err="1"/>
              <a:t>faol</a:t>
            </a:r>
            <a:r>
              <a:rPr sz="2340" dirty="0"/>
              <a:t> </a:t>
            </a:r>
            <a:r>
              <a:rPr sz="2340" dirty="0" err="1"/>
              <a:t>hissa</a:t>
            </a:r>
            <a:r>
              <a:rPr sz="2340" dirty="0"/>
              <a:t> </a:t>
            </a:r>
            <a:r>
              <a:rPr sz="2340" dirty="0" err="1"/>
              <a:t>qo‘shmoqda</a:t>
            </a:r>
            <a:r>
              <a:rPr sz="2340" dirty="0"/>
              <a:t>.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5080"/>
              <a:t>Texnik ijodkorlikning ijtimoiy-iqtisodiy ahamiyati va zamonaviy tendensiyalar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5420"/>
              <a:t>Texnik ijodkorlik va bozor munosabatlari: kirish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just"/>
            <a:r>
              <a:rPr sz="2740" dirty="0" err="1"/>
              <a:t>Texnik</a:t>
            </a:r>
            <a:r>
              <a:rPr sz="2740" dirty="0"/>
              <a:t> </a:t>
            </a:r>
            <a:r>
              <a:rPr sz="2740" dirty="0" err="1"/>
              <a:t>ijodkorlik</a:t>
            </a:r>
            <a:r>
              <a:rPr sz="2740" dirty="0"/>
              <a:t> </a:t>
            </a:r>
            <a:r>
              <a:rPr sz="2740" dirty="0" err="1"/>
              <a:t>bozor</a:t>
            </a:r>
            <a:r>
              <a:rPr sz="2740" dirty="0"/>
              <a:t> </a:t>
            </a:r>
            <a:r>
              <a:rPr sz="2740" dirty="0" err="1"/>
              <a:t>munosabatlari</a:t>
            </a:r>
            <a:r>
              <a:rPr sz="2740" dirty="0"/>
              <a:t> </a:t>
            </a:r>
            <a:r>
              <a:rPr sz="2740" dirty="0" err="1"/>
              <a:t>sharoitida</a:t>
            </a:r>
            <a:r>
              <a:rPr sz="2740" dirty="0"/>
              <a:t> </a:t>
            </a:r>
            <a:r>
              <a:rPr sz="2740" dirty="0" err="1"/>
              <a:t>iqtisodiy</a:t>
            </a:r>
            <a:r>
              <a:rPr sz="2740" dirty="0"/>
              <a:t> </a:t>
            </a:r>
            <a:r>
              <a:rPr sz="2740" dirty="0" err="1"/>
              <a:t>taraqqiyot</a:t>
            </a:r>
            <a:r>
              <a:rPr sz="2740" dirty="0"/>
              <a:t> </a:t>
            </a:r>
            <a:r>
              <a:rPr sz="2740" dirty="0" err="1"/>
              <a:t>va</a:t>
            </a:r>
            <a:r>
              <a:rPr sz="2740" dirty="0"/>
              <a:t> </a:t>
            </a:r>
            <a:r>
              <a:rPr sz="2740" dirty="0" err="1"/>
              <a:t>raqobatbardoshlikni</a:t>
            </a:r>
            <a:r>
              <a:rPr sz="2740" dirty="0"/>
              <a:t> </a:t>
            </a:r>
            <a:r>
              <a:rPr sz="2740" dirty="0" err="1"/>
              <a:t>ta’minlashda</a:t>
            </a:r>
            <a:r>
              <a:rPr sz="2740" dirty="0"/>
              <a:t> </a:t>
            </a:r>
            <a:r>
              <a:rPr sz="2740" dirty="0" err="1"/>
              <a:t>muhim</a:t>
            </a:r>
            <a:r>
              <a:rPr sz="2740" dirty="0"/>
              <a:t> </a:t>
            </a:r>
            <a:r>
              <a:rPr sz="2740" dirty="0" err="1"/>
              <a:t>ahamiyatga</a:t>
            </a:r>
            <a:r>
              <a:rPr sz="2740" dirty="0"/>
              <a:t> </a:t>
            </a:r>
            <a:r>
              <a:rPr sz="2740" dirty="0" err="1"/>
              <a:t>ega</a:t>
            </a:r>
            <a:r>
              <a:rPr sz="2740" dirty="0"/>
              <a:t>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algn="just"/>
            <a:r>
              <a:rPr sz="2710" dirty="0"/>
              <a:t> </a:t>
            </a:r>
            <a:r>
              <a:rPr sz="2710" dirty="0" err="1"/>
              <a:t>Innovatsion</a:t>
            </a:r>
            <a:r>
              <a:rPr sz="2710" dirty="0"/>
              <a:t> </a:t>
            </a:r>
            <a:r>
              <a:rPr sz="2710" dirty="0" err="1"/>
              <a:t>iqtisodiyotda</a:t>
            </a:r>
            <a:r>
              <a:rPr sz="2710" dirty="0"/>
              <a:t> </a:t>
            </a:r>
            <a:r>
              <a:rPr sz="2710" dirty="0" err="1"/>
              <a:t>ijodiy</a:t>
            </a:r>
            <a:r>
              <a:rPr sz="2710" dirty="0"/>
              <a:t> </a:t>
            </a:r>
            <a:r>
              <a:rPr sz="2710" dirty="0" err="1"/>
              <a:t>faoliyat</a:t>
            </a:r>
            <a:r>
              <a:rPr sz="2710" dirty="0"/>
              <a:t> </a:t>
            </a:r>
            <a:r>
              <a:rPr sz="2710" dirty="0" err="1"/>
              <a:t>yangi</a:t>
            </a:r>
            <a:r>
              <a:rPr sz="2710" dirty="0"/>
              <a:t> </a:t>
            </a:r>
            <a:r>
              <a:rPr sz="2710" dirty="0" err="1"/>
              <a:t>mahsulotlar</a:t>
            </a:r>
            <a:r>
              <a:rPr sz="2710" dirty="0"/>
              <a:t> </a:t>
            </a:r>
            <a:r>
              <a:rPr sz="2710" dirty="0" err="1"/>
              <a:t>va</a:t>
            </a:r>
            <a:r>
              <a:rPr sz="2710" dirty="0"/>
              <a:t> </a:t>
            </a:r>
            <a:r>
              <a:rPr sz="2710" dirty="0" err="1"/>
              <a:t>texnologiyalar</a:t>
            </a:r>
            <a:r>
              <a:rPr sz="2710" dirty="0"/>
              <a:t> </a:t>
            </a:r>
            <a:r>
              <a:rPr sz="2710" dirty="0" err="1"/>
              <a:t>yaratish</a:t>
            </a:r>
            <a:r>
              <a:rPr sz="2710" dirty="0"/>
              <a:t>, </a:t>
            </a:r>
            <a:r>
              <a:rPr sz="2710" dirty="0" err="1"/>
              <a:t>ishlab</a:t>
            </a:r>
            <a:r>
              <a:rPr sz="2710" dirty="0"/>
              <a:t> </a:t>
            </a:r>
            <a:r>
              <a:rPr sz="2710" dirty="0" err="1"/>
              <a:t>chiqarish</a:t>
            </a:r>
            <a:r>
              <a:rPr sz="2710" dirty="0"/>
              <a:t> </a:t>
            </a:r>
            <a:r>
              <a:rPr sz="2710" dirty="0" err="1"/>
              <a:t>samaradorligini</a:t>
            </a:r>
            <a:r>
              <a:rPr sz="2710" dirty="0"/>
              <a:t> </a:t>
            </a:r>
            <a:r>
              <a:rPr sz="2710" dirty="0" err="1"/>
              <a:t>oshirish</a:t>
            </a:r>
            <a:r>
              <a:rPr sz="2710" dirty="0"/>
              <a:t> </a:t>
            </a:r>
            <a:r>
              <a:rPr sz="2710" dirty="0" err="1"/>
              <a:t>uchun</a:t>
            </a:r>
            <a:r>
              <a:rPr sz="2710" dirty="0"/>
              <a:t> </a:t>
            </a:r>
            <a:r>
              <a:rPr sz="2710" dirty="0" err="1"/>
              <a:t>zarur</a:t>
            </a:r>
            <a:r>
              <a:rPr sz="2710" dirty="0"/>
              <a:t>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algn="just"/>
            <a:r>
              <a:rPr sz="2750" dirty="0"/>
              <a:t> </a:t>
            </a:r>
            <a:r>
              <a:rPr sz="2750" dirty="0" err="1"/>
              <a:t>Oldingi</a:t>
            </a:r>
            <a:r>
              <a:rPr sz="2750" dirty="0"/>
              <a:t> </a:t>
            </a:r>
            <a:r>
              <a:rPr sz="2750" dirty="0" err="1"/>
              <a:t>mavzudan</a:t>
            </a:r>
            <a:r>
              <a:rPr sz="2750" dirty="0"/>
              <a:t> </a:t>
            </a:r>
            <a:r>
              <a:rPr sz="2750" dirty="0" err="1"/>
              <a:t>uzviylik</a:t>
            </a:r>
            <a:r>
              <a:rPr sz="2750" dirty="0"/>
              <a:t>: </a:t>
            </a:r>
            <a:r>
              <a:rPr sz="2750" dirty="0" err="1"/>
              <a:t>texnik</a:t>
            </a:r>
            <a:r>
              <a:rPr sz="2750" dirty="0"/>
              <a:t> </a:t>
            </a:r>
            <a:r>
              <a:rPr sz="2750" dirty="0" err="1"/>
              <a:t>ijodkorlikning</a:t>
            </a:r>
            <a:r>
              <a:rPr sz="2750" dirty="0"/>
              <a:t> </a:t>
            </a:r>
            <a:r>
              <a:rPr sz="2750" dirty="0" err="1"/>
              <a:t>ijtimoiy-iqtisodiy</a:t>
            </a:r>
            <a:r>
              <a:rPr sz="2750" dirty="0"/>
              <a:t> </a:t>
            </a:r>
            <a:r>
              <a:rPr sz="2750" dirty="0" err="1"/>
              <a:t>ahamiyati</a:t>
            </a:r>
            <a:r>
              <a:rPr sz="2750" dirty="0"/>
              <a:t> </a:t>
            </a:r>
            <a:r>
              <a:rPr sz="2750" dirty="0" err="1"/>
              <a:t>bozor</a:t>
            </a:r>
            <a:r>
              <a:rPr sz="2750" dirty="0"/>
              <a:t> </a:t>
            </a:r>
            <a:r>
              <a:rPr sz="2750" dirty="0" err="1"/>
              <a:t>mexanizmlari</a:t>
            </a:r>
            <a:r>
              <a:rPr sz="2750" dirty="0"/>
              <a:t> </a:t>
            </a:r>
            <a:r>
              <a:rPr sz="2750" dirty="0" err="1"/>
              <a:t>bilan</a:t>
            </a:r>
            <a:r>
              <a:rPr sz="2750" dirty="0"/>
              <a:t> </a:t>
            </a:r>
            <a:r>
              <a:rPr sz="2750" dirty="0" err="1"/>
              <a:t>chambarchas</a:t>
            </a:r>
            <a:r>
              <a:rPr sz="2750" dirty="0"/>
              <a:t> </a:t>
            </a:r>
            <a:r>
              <a:rPr sz="2750" dirty="0" err="1"/>
              <a:t>bog‘liq</a:t>
            </a:r>
            <a:r>
              <a:rPr sz="2750" dirty="0"/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sz="2430"/>
              <a:t>Ijodiy faoliyat mehnat unumdorligini oshirishda muhim rol o‘ynaydi. Yangi g‘oyalar va texnologiyalar ishlab chiqarish jarayonini soddalashtiradi hamda natijadorlikni oshiradi.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sz="2490"/>
              <a:t>Yangicha yechimlar vaqt va resurslarni tejash imkonini beradi. Bu esa korxonaning raqobatbardoshligini kuchaytiradi va samaradorlikni oshiradi.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sz="2529"/>
              <a:t>Innovatsion muhit va ijodkor xodimlar korxonalarda yangi mahsulot va xizmatlarni yaratishda asosiy omil hisoblanadi.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sz="2520"/>
              <a:t>Ijodiy faoliyat va innovatsiyalar korxonalarning barqaror rivojlanishiga, bozor talablariga moslashuvchanlikka xizmat qiladi.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5560"/>
              <a:t>Ijodiy faoliyat va mehnat unumdorligi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sz="2190"/>
              <a:t>• Bozor iqtisodiyotida raqobatning asosiy omillari: mahsulot sifati, narx siyosati, xizmat ko‘rsatish darajasi va innovatsion yondashuvlar kompaniyalar muvaffaqiyatida muhim rol o‘ynaydi.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sz="2220"/>
              <a:t>• Texnik ijodkorlik mahsulot va xizmatlarni takomillashtirish, ishlab chiqarish jarayonlarini optimallashtirish va samaradorlikni oshirishda asosiy omil hisoblanadi.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sz="2190"/>
              <a:t>• Innovatsion yechimlar kompaniyalarga yangi mahsulotlar yaratish, xizmatlarni diversifikatsiya qilish va mijozlar ehtiyojlarini samarali qondirish orqali raqobat ustunligini ta’minlaydi.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5510"/>
              <a:t>Yangi texnologiyalar va raqobat ustunligi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5020"/>
              <a:t>Ijodiy faoliyat va milliy iqtisodiyotning rivojlanishi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sz="1920"/>
              <a:t>Texnik ijodkorlik – bu yangi texnologiyalar, mahsulotlar va jarayonlarni yaratish orqali jamiyat taraqqiyotini ta’minlovchi ijodiy faoliyatdir.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sz="3100"/>
              <a:t>Texnik ijodkorlik mohiyati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sz="2000"/>
              <a:t>Texnik ijodkorlik ilmiy yondashuv, muammolarni hal qilish va innovatsion g‘oyalarni amaliyotga tadbiq etishdan iborat.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sz="3320"/>
              <a:t>Asosiy vazifalari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sz="1900"/>
              <a:t>Texnik ijodkorlikning vazifalari: yangi mahsulotlar ishlab chiqish, ishlab chiqarish samaradorligini oshirish va texnologik yangiliklarni joriy etish.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sz="3120"/>
              <a:t>Ilm-fan bilan bog‘liqligi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1960"/>
              <a:t>Ilmiy tadqiqotlar texnik ijodkorlik uchun asos bo‘lib, zamonaviy muammolarni hal qilishda fan va texnika uyg‘unligini ta’minlaydi.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sz="3200"/>
              <a:t>Innovatsion taraqqiyot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990"/>
              <a:t>Texnik ijodkorlik va o‘quvchilarning pedagogik rivojlanishi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sz="2340" dirty="0" err="1"/>
              <a:t>Texnik</a:t>
            </a:r>
            <a:r>
              <a:rPr sz="2340" dirty="0"/>
              <a:t> </a:t>
            </a:r>
            <a:r>
              <a:rPr sz="2340" dirty="0" err="1"/>
              <a:t>ijodkorlik</a:t>
            </a:r>
            <a:r>
              <a:rPr sz="2340" dirty="0"/>
              <a:t> </a:t>
            </a:r>
            <a:r>
              <a:rPr sz="2340" dirty="0" err="1"/>
              <a:t>milliy</a:t>
            </a:r>
            <a:r>
              <a:rPr sz="2340" dirty="0"/>
              <a:t> </a:t>
            </a:r>
            <a:r>
              <a:rPr sz="2340" dirty="0" err="1"/>
              <a:t>iqtisodiyot</a:t>
            </a:r>
            <a:r>
              <a:rPr sz="2340" dirty="0"/>
              <a:t> </a:t>
            </a:r>
            <a:r>
              <a:rPr sz="2340" dirty="0" err="1"/>
              <a:t>va</a:t>
            </a:r>
            <a:r>
              <a:rPr sz="2340" dirty="0"/>
              <a:t> </a:t>
            </a:r>
            <a:r>
              <a:rPr sz="2340" dirty="0" err="1"/>
              <a:t>ta’limda</a:t>
            </a:r>
            <a:r>
              <a:rPr sz="2340" dirty="0"/>
              <a:t> </a:t>
            </a:r>
            <a:r>
              <a:rPr sz="2340" dirty="0" err="1"/>
              <a:t>muhim</a:t>
            </a:r>
            <a:r>
              <a:rPr sz="2340" dirty="0"/>
              <a:t> </a:t>
            </a:r>
            <a:r>
              <a:rPr sz="2340" dirty="0" err="1"/>
              <a:t>ahamiyatga</a:t>
            </a:r>
            <a:r>
              <a:rPr sz="2340" dirty="0"/>
              <a:t> </a:t>
            </a:r>
            <a:r>
              <a:rPr sz="2340" dirty="0" err="1"/>
              <a:t>ega</a:t>
            </a:r>
            <a:r>
              <a:rPr sz="2340" dirty="0"/>
              <a:t> </a:t>
            </a:r>
            <a:r>
              <a:rPr sz="2340" dirty="0" err="1"/>
              <a:t>bo‘lib</a:t>
            </a:r>
            <a:r>
              <a:rPr sz="2340" dirty="0"/>
              <a:t>, </a:t>
            </a:r>
            <a:r>
              <a:rPr sz="2340" dirty="0" err="1"/>
              <a:t>o‘quvchilarning</a:t>
            </a:r>
            <a:r>
              <a:rPr sz="2340" dirty="0"/>
              <a:t> </a:t>
            </a:r>
            <a:r>
              <a:rPr sz="2340" dirty="0" err="1"/>
              <a:t>mustaqil</a:t>
            </a:r>
            <a:r>
              <a:rPr sz="2340" dirty="0"/>
              <a:t> </a:t>
            </a:r>
            <a:r>
              <a:rPr sz="2340" dirty="0" err="1"/>
              <a:t>fikrlashi</a:t>
            </a:r>
            <a:r>
              <a:rPr sz="2340" dirty="0"/>
              <a:t>, </a:t>
            </a:r>
            <a:r>
              <a:rPr sz="2340" dirty="0" err="1"/>
              <a:t>amaliy</a:t>
            </a:r>
            <a:r>
              <a:rPr sz="2340" dirty="0"/>
              <a:t> </a:t>
            </a:r>
            <a:r>
              <a:rPr sz="2340" dirty="0" err="1"/>
              <a:t>ko‘nikmalari</a:t>
            </a:r>
            <a:r>
              <a:rPr sz="2340" dirty="0"/>
              <a:t> </a:t>
            </a:r>
            <a:r>
              <a:rPr sz="2340" dirty="0" err="1"/>
              <a:t>va</a:t>
            </a:r>
            <a:r>
              <a:rPr sz="2340" dirty="0"/>
              <a:t> </a:t>
            </a:r>
            <a:r>
              <a:rPr sz="2340" dirty="0" err="1"/>
              <a:t>ijodiy</a:t>
            </a:r>
            <a:r>
              <a:rPr sz="2340" dirty="0"/>
              <a:t> </a:t>
            </a:r>
            <a:r>
              <a:rPr sz="2340" dirty="0" err="1"/>
              <a:t>salohiyatini</a:t>
            </a:r>
            <a:r>
              <a:rPr sz="2340" dirty="0"/>
              <a:t> </a:t>
            </a:r>
            <a:r>
              <a:rPr sz="2340" dirty="0" err="1"/>
              <a:t>rivojlantirishga</a:t>
            </a:r>
            <a:r>
              <a:rPr sz="2340" dirty="0"/>
              <a:t> </a:t>
            </a:r>
            <a:r>
              <a:rPr sz="2340" dirty="0" err="1"/>
              <a:t>xizmat</a:t>
            </a:r>
            <a:r>
              <a:rPr sz="2340" dirty="0"/>
              <a:t> </a:t>
            </a:r>
            <a:r>
              <a:rPr sz="2340" dirty="0" err="1"/>
              <a:t>qiladi</a:t>
            </a:r>
            <a:r>
              <a:rPr sz="2340" dirty="0"/>
              <a:t>.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r>
              <a:rPr sz="1870"/>
              <a:t>Iqtisodiyotda o‘rni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3"/>
          </p:nvPr>
        </p:nvSpPr>
        <p:spPr/>
        <p:txBody>
          <a:bodyPr/>
          <a:lstStyle/>
          <a:p>
            <a:r>
              <a:rPr sz="2170"/>
              <a:t>Texnik ijodkorlik innovatsion rivojlanish va yangi mahsulotlar yaratishda asosiy omil bo‘lib, iqtisodiy taraqqiyotga hissa qo‘shadi.</a:t>
            </a:r>
          </a:p>
        </p:txBody>
      </p:sp>
      <p:sp>
        <p:nvSpPr>
          <p:cNvPr id="6" name="Subtitle 5"/>
          <p:cNvSpPr>
            <a:spLocks noGrp="1"/>
          </p:cNvSpPr>
          <p:nvPr>
            <p:ph type="subTitle" idx="4"/>
          </p:nvPr>
        </p:nvSpPr>
        <p:spPr/>
        <p:txBody>
          <a:bodyPr/>
          <a:lstStyle/>
          <a:p>
            <a:r>
              <a:rPr sz="2000"/>
              <a:t>Ta’limdagi roli</a:t>
            </a:r>
          </a:p>
        </p:txBody>
      </p:sp>
      <p:sp>
        <p:nvSpPr>
          <p:cNvPr id="7" name="Subtitle 6"/>
          <p:cNvSpPr>
            <a:spLocks noGrp="1"/>
          </p:cNvSpPr>
          <p:nvPr>
            <p:ph type="subTitle" idx="5"/>
          </p:nvPr>
        </p:nvSpPr>
        <p:spPr/>
        <p:txBody>
          <a:bodyPr/>
          <a:lstStyle/>
          <a:p>
            <a:r>
              <a:rPr sz="2200"/>
              <a:t>Ta’lim jarayonida texnik ijodkorlik o‘quvchilarning amaliy ko‘nikmalarini, mustaqil va ijodiy fikrlashini rivojlantiradi.</a:t>
            </a:r>
          </a:p>
        </p:txBody>
      </p:sp>
      <p:sp>
        <p:nvSpPr>
          <p:cNvPr id="8" name="Subtitle 7"/>
          <p:cNvSpPr>
            <a:spLocks noGrp="1"/>
          </p:cNvSpPr>
          <p:nvPr>
            <p:ph type="subTitle" idx="6"/>
          </p:nvPr>
        </p:nvSpPr>
        <p:spPr/>
        <p:txBody>
          <a:bodyPr/>
          <a:lstStyle/>
          <a:p>
            <a:r>
              <a:rPr sz="2030"/>
              <a:t>Shaxsiy o‘sish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7"/>
          </p:nvPr>
        </p:nvSpPr>
        <p:spPr/>
        <p:txBody>
          <a:bodyPr/>
          <a:lstStyle/>
          <a:p>
            <a:r>
              <a:rPr sz="2230"/>
              <a:t>Texnik ijodkorlik muammolarni hal qilish, yangicha fikrlash va jamoada ishlash ko‘nikmalarini shakllantiradi.</a:t>
            </a:r>
          </a:p>
        </p:txBody>
      </p:sp>
      <p:sp>
        <p:nvSpPr>
          <p:cNvPr id="10" name="Subtitle 9"/>
          <p:cNvSpPr>
            <a:spLocks noGrp="1"/>
          </p:cNvSpPr>
          <p:nvPr>
            <p:ph type="subTitle" idx="8"/>
          </p:nvPr>
        </p:nvSpPr>
        <p:spPr/>
        <p:txBody>
          <a:bodyPr/>
          <a:lstStyle/>
          <a:p>
            <a:r>
              <a:rPr sz="1870"/>
              <a:t>Pedagogik ahamiyati</a:t>
            </a:r>
          </a:p>
        </p:txBody>
      </p:sp>
      <p:sp>
        <p:nvSpPr>
          <p:cNvPr id="11" name="Subtitle 10"/>
          <p:cNvSpPr>
            <a:spLocks noGrp="1"/>
          </p:cNvSpPr>
          <p:nvPr>
            <p:ph type="subTitle" idx="9"/>
          </p:nvPr>
        </p:nvSpPr>
        <p:spPr/>
        <p:txBody>
          <a:bodyPr/>
          <a:lstStyle/>
          <a:p>
            <a:r>
              <a:rPr sz="2240"/>
              <a:t>Pedagogik jarayonda texnik ijodkorlik bilimlarni amalda qo‘llash va yangi g‘oyalar yaratishda muhimdir.</a:t>
            </a:r>
          </a:p>
        </p:txBody>
      </p:sp>
      <p:sp>
        <p:nvSpPr>
          <p:cNvPr id="12" name="Subtitle 11"/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rPr sz="2130"/>
              <a:t>Ijodiy fikr</a:t>
            </a:r>
          </a:p>
        </p:txBody>
      </p:sp>
      <p:sp>
        <p:nvSpPr>
          <p:cNvPr id="13" name="Subtitle 12"/>
          <p:cNvSpPr>
            <a:spLocks noGrp="1"/>
          </p:cNvSpPr>
          <p:nvPr>
            <p:ph type="subTitle" idx="14"/>
          </p:nvPr>
        </p:nvSpPr>
        <p:spPr/>
        <p:txBody>
          <a:bodyPr/>
          <a:lstStyle/>
          <a:p>
            <a:r>
              <a:rPr sz="2230"/>
              <a:t>Texnik ijodkorlik o‘quvchilarda ijodiy fikrlash va yangi texnik yechimlarni topish qobiliyatini kuchaytiradi.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5880"/>
              <a:t>Texnik ijodkorlikning pedagogik komponentlari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530"/>
              <a:t>Pedagogik komponentlar texnik ijodkorlikni rivojlantirishda muhim rol o‘ynaydi.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sz="2450"/>
              <a:t>Motivatsion komponent o‘quvchilarda texnik faoliyatga qiziqish va ishtiyoqni shakllantirishga xizmat qiladi.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sz="2520"/>
              <a:t>Bilimiy komponent texnik va texnologik bilimlarni chuqur o‘zlashtirishni ta’minlaydi.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sz="2480"/>
              <a:t>Amaliy komponent tajriba, modellashtirish va amaliy ko‘nikmalarni rivojlantirishga yordam beradi.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sz="2450"/>
              <a:t>Ijodiy komponent yangi g‘oyalar yaratish va muammolarni noodatiy yechimlar bilan hal etishga yo‘naltirilgan.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sz="2490"/>
              <a:t>Ushbu komponentlarning uyg‘unligi texnik ijodkorlikni samarali rivojlantirishga asos bo‘ladi.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 descr="image.jpg"/>
          <p:cNvPicPr>
            <a:picLocks noGrp="1" noChangeAspect="1"/>
          </p:cNvPicPr>
          <p:nvPr>
            <p:ph type="pic" idx="2"/>
          </p:nvPr>
        </p:nvPicPr>
        <p:blipFill>
          <a:blip r:embed="rId2"/>
          <a:srcRect l="6708" r="6708"/>
          <a:stretch>
            <a:fillRect/>
          </a:stretch>
        </p:blipFill>
        <p:spPr/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6230"/>
              <a:t>Texnik ijodkorlikning psixologik xususiyatlari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546100" indent="-457200">
              <a:buFont typeface="Wingdings" panose="05000000000000000000" pitchFamily="2" charset="2"/>
              <a:buChar char="v"/>
            </a:pPr>
            <a:r>
              <a:rPr lang="en-US" sz="2560" dirty="0" err="1"/>
              <a:t>Q</a:t>
            </a:r>
            <a:r>
              <a:rPr sz="2560" dirty="0" err="1"/>
              <a:t>iziqish</a:t>
            </a:r>
            <a:r>
              <a:rPr sz="2560" dirty="0"/>
              <a:t> </a:t>
            </a:r>
            <a:r>
              <a:rPr sz="2560" dirty="0" err="1"/>
              <a:t>va</a:t>
            </a:r>
            <a:r>
              <a:rPr sz="2560" dirty="0"/>
              <a:t> </a:t>
            </a:r>
            <a:r>
              <a:rPr sz="2560" dirty="0" err="1"/>
              <a:t>motivatsiya</a:t>
            </a:r>
            <a:r>
              <a:rPr sz="2560" dirty="0"/>
              <a:t> </a:t>
            </a:r>
            <a:r>
              <a:rPr sz="2560" dirty="0" err="1"/>
              <a:t>texnik</a:t>
            </a:r>
            <a:r>
              <a:rPr sz="2560" dirty="0"/>
              <a:t> </a:t>
            </a:r>
            <a:r>
              <a:rPr sz="2560" dirty="0" err="1"/>
              <a:t>ijodkorlikda</a:t>
            </a:r>
            <a:r>
              <a:rPr sz="2560" dirty="0"/>
              <a:t> </a:t>
            </a:r>
            <a:r>
              <a:rPr sz="2560" dirty="0" err="1"/>
              <a:t>ichki</a:t>
            </a:r>
            <a:r>
              <a:rPr sz="2560" dirty="0"/>
              <a:t> </a:t>
            </a:r>
            <a:r>
              <a:rPr sz="2560" dirty="0" err="1"/>
              <a:t>rag‘bat</a:t>
            </a:r>
            <a:r>
              <a:rPr sz="2560" dirty="0"/>
              <a:t> </a:t>
            </a:r>
            <a:r>
              <a:rPr sz="2560" dirty="0" err="1"/>
              <a:t>sifatida</a:t>
            </a:r>
            <a:r>
              <a:rPr sz="2560" dirty="0"/>
              <a:t> </a:t>
            </a:r>
            <a:r>
              <a:rPr sz="2560" dirty="0" err="1"/>
              <a:t>muhim</a:t>
            </a:r>
            <a:r>
              <a:rPr sz="2560" dirty="0"/>
              <a:t> </a:t>
            </a:r>
            <a:r>
              <a:rPr sz="2560" dirty="0" err="1"/>
              <a:t>rol</a:t>
            </a:r>
            <a:r>
              <a:rPr sz="2560" dirty="0"/>
              <a:t> </a:t>
            </a:r>
            <a:r>
              <a:rPr sz="2560" dirty="0" err="1"/>
              <a:t>o‘ynaydi</a:t>
            </a:r>
            <a:r>
              <a:rPr sz="2560" dirty="0"/>
              <a:t>. </a:t>
            </a:r>
            <a:endParaRPr lang="en-US" sz="2560" dirty="0"/>
          </a:p>
          <a:p>
            <a:pPr marL="546100" indent="-457200">
              <a:buFont typeface="Wingdings" panose="05000000000000000000" pitchFamily="2" charset="2"/>
              <a:buChar char="v"/>
            </a:pPr>
            <a:r>
              <a:rPr sz="2560" dirty="0" err="1"/>
              <a:t>Tasavvur</a:t>
            </a:r>
            <a:r>
              <a:rPr sz="2560" dirty="0"/>
              <a:t> </a:t>
            </a:r>
            <a:r>
              <a:rPr sz="2560" dirty="0" err="1"/>
              <a:t>va</a:t>
            </a:r>
            <a:r>
              <a:rPr sz="2560" dirty="0"/>
              <a:t> </a:t>
            </a:r>
            <a:r>
              <a:rPr sz="2560" dirty="0" err="1"/>
              <a:t>tafakkur</a:t>
            </a:r>
            <a:r>
              <a:rPr sz="2560" dirty="0"/>
              <a:t> </a:t>
            </a:r>
            <a:r>
              <a:rPr sz="2560" dirty="0" err="1"/>
              <a:t>yangi</a:t>
            </a:r>
            <a:r>
              <a:rPr sz="2560" dirty="0"/>
              <a:t> </a:t>
            </a:r>
            <a:r>
              <a:rPr sz="2560" dirty="0" err="1"/>
              <a:t>texnik</a:t>
            </a:r>
            <a:r>
              <a:rPr sz="2560" dirty="0"/>
              <a:t> </a:t>
            </a:r>
            <a:r>
              <a:rPr sz="2560" dirty="0" err="1"/>
              <a:t>g‘oyalarni</a:t>
            </a:r>
            <a:r>
              <a:rPr sz="2560" dirty="0"/>
              <a:t> </a:t>
            </a:r>
            <a:r>
              <a:rPr sz="2560" dirty="0" err="1"/>
              <a:t>shakllantirishga</a:t>
            </a:r>
            <a:r>
              <a:rPr sz="2560" dirty="0"/>
              <a:t> </a:t>
            </a:r>
            <a:r>
              <a:rPr sz="2560" dirty="0" err="1"/>
              <a:t>yordam</a:t>
            </a:r>
            <a:r>
              <a:rPr sz="2560" dirty="0"/>
              <a:t> </a:t>
            </a:r>
            <a:r>
              <a:rPr sz="2560" dirty="0" err="1"/>
              <a:t>beradi</a:t>
            </a:r>
            <a:r>
              <a:rPr sz="2560" dirty="0"/>
              <a:t>. </a:t>
            </a:r>
            <a:endParaRPr lang="en-US" sz="2560" dirty="0"/>
          </a:p>
          <a:p>
            <a:pPr marL="546100" indent="-457200">
              <a:buFont typeface="Wingdings" panose="05000000000000000000" pitchFamily="2" charset="2"/>
              <a:buChar char="v"/>
            </a:pPr>
            <a:r>
              <a:rPr sz="2560" dirty="0" err="1"/>
              <a:t>Emotsional</a:t>
            </a:r>
            <a:r>
              <a:rPr sz="2560" dirty="0"/>
              <a:t> </a:t>
            </a:r>
            <a:r>
              <a:rPr sz="2560" dirty="0" err="1"/>
              <a:t>holat</a:t>
            </a:r>
            <a:r>
              <a:rPr sz="2560" dirty="0"/>
              <a:t> </a:t>
            </a:r>
            <a:r>
              <a:rPr sz="2560" dirty="0" err="1"/>
              <a:t>muvaffaqiyat</a:t>
            </a:r>
            <a:r>
              <a:rPr sz="2560" dirty="0"/>
              <a:t> </a:t>
            </a:r>
            <a:r>
              <a:rPr sz="2560" dirty="0" err="1"/>
              <a:t>va</a:t>
            </a:r>
            <a:r>
              <a:rPr sz="2560" dirty="0"/>
              <a:t> </a:t>
            </a:r>
            <a:r>
              <a:rPr sz="2560" dirty="0" err="1"/>
              <a:t>muvaffaqiyatsizlikda</a:t>
            </a:r>
            <a:r>
              <a:rPr sz="2560" dirty="0"/>
              <a:t> </a:t>
            </a:r>
            <a:r>
              <a:rPr sz="2560" dirty="0" err="1"/>
              <a:t>ijodiy</a:t>
            </a:r>
            <a:r>
              <a:rPr sz="2560" dirty="0"/>
              <a:t> </a:t>
            </a:r>
            <a:r>
              <a:rPr sz="2560" dirty="0" err="1"/>
              <a:t>faoliyatga</a:t>
            </a:r>
            <a:r>
              <a:rPr sz="2560" dirty="0"/>
              <a:t> </a:t>
            </a:r>
            <a:r>
              <a:rPr sz="2560" dirty="0" err="1"/>
              <a:t>ta’sir</a:t>
            </a:r>
            <a:r>
              <a:rPr sz="2560" dirty="0"/>
              <a:t> </a:t>
            </a:r>
            <a:r>
              <a:rPr sz="2560" dirty="0" err="1"/>
              <a:t>qiladi</a:t>
            </a:r>
            <a:r>
              <a:rPr sz="2560" dirty="0"/>
              <a:t>.</a:t>
            </a:r>
            <a:endParaRPr lang="en-US" sz="2560" dirty="0"/>
          </a:p>
          <a:p>
            <a:pPr marL="546100" indent="-457200">
              <a:buFont typeface="Wingdings" panose="05000000000000000000" pitchFamily="2" charset="2"/>
              <a:buChar char="v"/>
            </a:pPr>
            <a:r>
              <a:rPr sz="2560" dirty="0"/>
              <a:t> </a:t>
            </a:r>
            <a:r>
              <a:rPr sz="2560" dirty="0" err="1"/>
              <a:t>Shaxsiy</a:t>
            </a:r>
            <a:r>
              <a:rPr sz="2560" dirty="0"/>
              <a:t> </a:t>
            </a:r>
            <a:r>
              <a:rPr sz="2560" dirty="0" err="1"/>
              <a:t>faollik</a:t>
            </a:r>
            <a:r>
              <a:rPr sz="2560" dirty="0"/>
              <a:t> </a:t>
            </a:r>
            <a:r>
              <a:rPr sz="2560" dirty="0" err="1"/>
              <a:t>va</a:t>
            </a:r>
            <a:r>
              <a:rPr sz="2560" dirty="0"/>
              <a:t> </a:t>
            </a:r>
            <a:r>
              <a:rPr sz="2560" dirty="0" err="1"/>
              <a:t>irodaviy</a:t>
            </a:r>
            <a:r>
              <a:rPr sz="2560" dirty="0"/>
              <a:t> </a:t>
            </a:r>
            <a:r>
              <a:rPr sz="2560" dirty="0" err="1"/>
              <a:t>sifatlar</a:t>
            </a:r>
            <a:r>
              <a:rPr sz="2560" dirty="0"/>
              <a:t> </a:t>
            </a:r>
            <a:r>
              <a:rPr sz="2560" dirty="0" err="1"/>
              <a:t>muammolarni</a:t>
            </a:r>
            <a:r>
              <a:rPr sz="2560" dirty="0"/>
              <a:t> </a:t>
            </a:r>
            <a:r>
              <a:rPr sz="2560" dirty="0" err="1"/>
              <a:t>hal</a:t>
            </a:r>
            <a:r>
              <a:rPr sz="2560" dirty="0"/>
              <a:t> </a:t>
            </a:r>
            <a:r>
              <a:rPr sz="2560" dirty="0" err="1"/>
              <a:t>qilishda</a:t>
            </a:r>
            <a:r>
              <a:rPr sz="2560" dirty="0"/>
              <a:t> </a:t>
            </a:r>
            <a:r>
              <a:rPr sz="2560" dirty="0" err="1"/>
              <a:t>zarur</a:t>
            </a:r>
            <a:r>
              <a:rPr sz="2560" dirty="0"/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4150" y="10058900"/>
            <a:ext cx="7766100" cy="228600"/>
          </a:xfrm>
          <a:prstGeom prst="rect">
            <a:avLst/>
          </a:prstGeom>
          <a:solidFill>
            <a:srgbClr val="F5F3F2"/>
          </a:solidFill>
        </p:spPr>
        <p:txBody>
          <a:bodyPr wrap="none" lIns="0" tIns="0" rIns="0" bIns="0">
            <a:spAutoFit/>
          </a:bodyPr>
          <a:lstStyle/>
          <a:p>
            <a:pPr algn="ctr"/>
            <a:r>
              <a:rPr sz="1100"/>
              <a:t>Photo by </a:t>
            </a:r>
            <a:r>
              <a:rPr sz="1100">
                <a:hlinkClick r:id="rId3"/>
              </a:rPr>
              <a:t>javier trueba</a:t>
            </a:r>
            <a:r>
              <a:rPr sz="1100"/>
              <a:t> on </a:t>
            </a:r>
            <a:r>
              <a:rPr sz="1100">
                <a:hlinkClick r:id="rId4"/>
              </a:rPr>
              <a:t>Unsplash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6000"/>
              <a:t>Texnik ijodkorlikni rivojlantirish shartlari va pedagogik yondashuvlar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sz="2620" dirty="0"/>
              <a:t>• </a:t>
            </a:r>
            <a:r>
              <a:rPr sz="2620" dirty="0" err="1"/>
              <a:t>Muammoli</a:t>
            </a:r>
            <a:r>
              <a:rPr sz="2620" dirty="0"/>
              <a:t> </a:t>
            </a:r>
            <a:r>
              <a:rPr sz="2620" dirty="0" err="1"/>
              <a:t>vaziyatlar</a:t>
            </a:r>
            <a:r>
              <a:rPr sz="2620" dirty="0"/>
              <a:t> </a:t>
            </a:r>
            <a:r>
              <a:rPr sz="2620" dirty="0" err="1"/>
              <a:t>yaratish</a:t>
            </a:r>
            <a:r>
              <a:rPr sz="2620" dirty="0"/>
              <a:t>: </a:t>
            </a:r>
            <a:r>
              <a:rPr sz="2620" dirty="0" err="1"/>
              <a:t>Talabalarda</a:t>
            </a:r>
            <a:r>
              <a:rPr sz="2620" dirty="0"/>
              <a:t> </a:t>
            </a:r>
            <a:r>
              <a:rPr sz="2620" dirty="0" err="1"/>
              <a:t>mustaqil</a:t>
            </a:r>
            <a:r>
              <a:rPr sz="2620" dirty="0"/>
              <a:t> </a:t>
            </a:r>
            <a:r>
              <a:rPr sz="2620" dirty="0" err="1"/>
              <a:t>fikrlash</a:t>
            </a:r>
            <a:r>
              <a:rPr sz="2620" dirty="0"/>
              <a:t> </a:t>
            </a:r>
            <a:r>
              <a:rPr sz="2620" dirty="0" err="1"/>
              <a:t>va</a:t>
            </a:r>
            <a:r>
              <a:rPr sz="2620" dirty="0"/>
              <a:t> </a:t>
            </a:r>
            <a:r>
              <a:rPr sz="2620" dirty="0" err="1"/>
              <a:t>muammoni</a:t>
            </a:r>
            <a:r>
              <a:rPr sz="2620" dirty="0"/>
              <a:t> </a:t>
            </a:r>
            <a:r>
              <a:rPr sz="2620" dirty="0" err="1"/>
              <a:t>hal</a:t>
            </a:r>
            <a:r>
              <a:rPr sz="2620" dirty="0"/>
              <a:t> </a:t>
            </a:r>
            <a:r>
              <a:rPr sz="2620" dirty="0" err="1"/>
              <a:t>qilish</a:t>
            </a:r>
            <a:r>
              <a:rPr sz="2620" dirty="0"/>
              <a:t> </a:t>
            </a:r>
            <a:r>
              <a:rPr sz="2620" dirty="0" err="1"/>
              <a:t>ko‘nikmalarini</a:t>
            </a:r>
            <a:r>
              <a:rPr sz="2620" dirty="0"/>
              <a:t> </a:t>
            </a:r>
            <a:r>
              <a:rPr sz="2620" dirty="0" err="1"/>
              <a:t>rivojlantirish</a:t>
            </a:r>
            <a:r>
              <a:rPr sz="2620" dirty="0"/>
              <a:t> </a:t>
            </a:r>
            <a:r>
              <a:rPr sz="2620" dirty="0" err="1"/>
              <a:t>uchun</a:t>
            </a:r>
            <a:r>
              <a:rPr sz="2620" dirty="0"/>
              <a:t> real </a:t>
            </a:r>
            <a:r>
              <a:rPr sz="2620" dirty="0" err="1"/>
              <a:t>hayotga</a:t>
            </a:r>
            <a:r>
              <a:rPr sz="2620" dirty="0"/>
              <a:t> </a:t>
            </a:r>
            <a:r>
              <a:rPr sz="2620" dirty="0" err="1"/>
              <a:t>yaqin</a:t>
            </a:r>
            <a:r>
              <a:rPr sz="2620" dirty="0"/>
              <a:t> </a:t>
            </a:r>
            <a:r>
              <a:rPr sz="2620" dirty="0" err="1"/>
              <a:t>vaziyatlar</a:t>
            </a:r>
            <a:r>
              <a:rPr sz="2620" dirty="0"/>
              <a:t> </a:t>
            </a:r>
            <a:r>
              <a:rPr sz="2620" dirty="0" err="1"/>
              <a:t>tashkil</a:t>
            </a:r>
            <a:r>
              <a:rPr sz="2620" dirty="0"/>
              <a:t> </a:t>
            </a:r>
            <a:r>
              <a:rPr sz="2620" dirty="0" err="1"/>
              <a:t>etiladi</a:t>
            </a:r>
            <a:r>
              <a:rPr sz="2620" dirty="0"/>
              <a:t>.</a:t>
            </a:r>
            <a:endParaRPr lang="en-US" sz="2620" dirty="0"/>
          </a:p>
          <a:p>
            <a:r>
              <a:rPr sz="2620" dirty="0"/>
              <a:t> • </a:t>
            </a:r>
            <a:r>
              <a:rPr sz="2620" dirty="0" err="1"/>
              <a:t>Loyiha</a:t>
            </a:r>
            <a:r>
              <a:rPr sz="2620" dirty="0"/>
              <a:t> </a:t>
            </a:r>
            <a:r>
              <a:rPr sz="2620" dirty="0" err="1"/>
              <a:t>asosida</a:t>
            </a:r>
            <a:r>
              <a:rPr sz="2620" dirty="0"/>
              <a:t> </a:t>
            </a:r>
            <a:r>
              <a:rPr sz="2620" dirty="0" err="1"/>
              <a:t>o‘qitish</a:t>
            </a:r>
            <a:r>
              <a:rPr sz="2620" dirty="0"/>
              <a:t>: </a:t>
            </a:r>
            <a:r>
              <a:rPr sz="2620" dirty="0" err="1"/>
              <a:t>Amaliy</a:t>
            </a:r>
            <a:r>
              <a:rPr sz="2620" dirty="0"/>
              <a:t> </a:t>
            </a:r>
            <a:r>
              <a:rPr sz="2620" dirty="0" err="1"/>
              <a:t>topshiriqlar</a:t>
            </a:r>
            <a:r>
              <a:rPr sz="2620" dirty="0"/>
              <a:t> </a:t>
            </a:r>
            <a:r>
              <a:rPr sz="2620" dirty="0" err="1"/>
              <a:t>orqali</a:t>
            </a:r>
            <a:r>
              <a:rPr sz="2620" dirty="0"/>
              <a:t> </a:t>
            </a:r>
            <a:r>
              <a:rPr sz="2620" dirty="0" err="1"/>
              <a:t>nazariy</a:t>
            </a:r>
            <a:r>
              <a:rPr sz="2620" dirty="0"/>
              <a:t> </a:t>
            </a:r>
            <a:r>
              <a:rPr sz="2620" dirty="0" err="1"/>
              <a:t>bilimlarni</a:t>
            </a:r>
            <a:r>
              <a:rPr sz="2620" dirty="0"/>
              <a:t> </a:t>
            </a:r>
            <a:r>
              <a:rPr sz="2620" dirty="0" err="1"/>
              <a:t>mustahkamlash</a:t>
            </a:r>
            <a:r>
              <a:rPr sz="2620" dirty="0"/>
              <a:t> </a:t>
            </a:r>
            <a:r>
              <a:rPr sz="2620" dirty="0" err="1"/>
              <a:t>va</a:t>
            </a:r>
            <a:r>
              <a:rPr sz="2620" dirty="0"/>
              <a:t> </a:t>
            </a:r>
            <a:r>
              <a:rPr sz="2620" dirty="0" err="1"/>
              <a:t>ijodiy</a:t>
            </a:r>
            <a:r>
              <a:rPr sz="2620" dirty="0"/>
              <a:t> </a:t>
            </a:r>
            <a:r>
              <a:rPr sz="2620" dirty="0" err="1"/>
              <a:t>yondashuvni</a:t>
            </a:r>
            <a:r>
              <a:rPr sz="2620" dirty="0"/>
              <a:t> </a:t>
            </a:r>
            <a:r>
              <a:rPr sz="2620" dirty="0" err="1"/>
              <a:t>shakllantirishga</a:t>
            </a:r>
            <a:r>
              <a:rPr sz="2620" dirty="0"/>
              <a:t> </a:t>
            </a:r>
            <a:r>
              <a:rPr sz="2620" dirty="0" err="1"/>
              <a:t>yordam</a:t>
            </a:r>
            <a:r>
              <a:rPr sz="2620" dirty="0"/>
              <a:t> </a:t>
            </a:r>
            <a:r>
              <a:rPr sz="2620" dirty="0" err="1"/>
              <a:t>beradi</a:t>
            </a:r>
            <a:r>
              <a:rPr sz="2620" dirty="0"/>
              <a:t>. </a:t>
            </a:r>
            <a:endParaRPr lang="en-US" sz="2620" dirty="0"/>
          </a:p>
          <a:p>
            <a:r>
              <a:rPr sz="2620" dirty="0"/>
              <a:t>• </a:t>
            </a:r>
            <a:r>
              <a:rPr sz="2620" dirty="0" err="1"/>
              <a:t>Mustaqil</a:t>
            </a:r>
            <a:r>
              <a:rPr sz="2620" dirty="0"/>
              <a:t> </a:t>
            </a:r>
            <a:r>
              <a:rPr sz="2620" dirty="0" err="1"/>
              <a:t>tadqiqot</a:t>
            </a:r>
            <a:r>
              <a:rPr sz="2620" dirty="0"/>
              <a:t> </a:t>
            </a:r>
            <a:r>
              <a:rPr sz="2620" dirty="0" err="1"/>
              <a:t>va</a:t>
            </a:r>
            <a:r>
              <a:rPr sz="2620" dirty="0"/>
              <a:t> </a:t>
            </a:r>
            <a:r>
              <a:rPr sz="2620" dirty="0" err="1"/>
              <a:t>amaliy</a:t>
            </a:r>
            <a:r>
              <a:rPr sz="2620" dirty="0"/>
              <a:t> </a:t>
            </a:r>
            <a:r>
              <a:rPr sz="2620" dirty="0" err="1"/>
              <a:t>faoliyat</a:t>
            </a:r>
            <a:r>
              <a:rPr sz="2620" dirty="0"/>
              <a:t>: </a:t>
            </a:r>
            <a:r>
              <a:rPr sz="2620" dirty="0" err="1"/>
              <a:t>Talabalarni</a:t>
            </a:r>
            <a:r>
              <a:rPr sz="2620" dirty="0"/>
              <a:t> </a:t>
            </a:r>
            <a:r>
              <a:rPr sz="2620" dirty="0" err="1"/>
              <a:t>yangi</a:t>
            </a:r>
            <a:r>
              <a:rPr sz="2620" dirty="0"/>
              <a:t> </a:t>
            </a:r>
            <a:r>
              <a:rPr sz="2620" dirty="0" err="1"/>
              <a:t>g‘oyalarni</a:t>
            </a:r>
            <a:r>
              <a:rPr sz="2620" dirty="0"/>
              <a:t> </a:t>
            </a:r>
            <a:r>
              <a:rPr sz="2620" dirty="0" err="1"/>
              <a:t>izlash</a:t>
            </a:r>
            <a:r>
              <a:rPr sz="2620" dirty="0"/>
              <a:t> </a:t>
            </a:r>
            <a:r>
              <a:rPr sz="2620" dirty="0" err="1"/>
              <a:t>va</a:t>
            </a:r>
            <a:r>
              <a:rPr sz="2620" dirty="0"/>
              <a:t> </a:t>
            </a:r>
            <a:r>
              <a:rPr sz="2620" dirty="0" err="1"/>
              <a:t>ularni</a:t>
            </a:r>
            <a:r>
              <a:rPr sz="2620" dirty="0"/>
              <a:t> </a:t>
            </a:r>
            <a:r>
              <a:rPr sz="2620" dirty="0" err="1"/>
              <a:t>amalda</a:t>
            </a:r>
            <a:r>
              <a:rPr sz="2620" dirty="0"/>
              <a:t> </a:t>
            </a:r>
            <a:r>
              <a:rPr sz="2620" dirty="0" err="1"/>
              <a:t>sinab</a:t>
            </a:r>
            <a:r>
              <a:rPr sz="2620" dirty="0"/>
              <a:t> </a:t>
            </a:r>
            <a:r>
              <a:rPr sz="2620" dirty="0" err="1"/>
              <a:t>ko‘rishga</a:t>
            </a:r>
            <a:r>
              <a:rPr sz="2620" dirty="0"/>
              <a:t> </a:t>
            </a:r>
            <a:r>
              <a:rPr sz="2620" dirty="0" err="1"/>
              <a:t>rag‘batlantiradi</a:t>
            </a:r>
            <a:r>
              <a:rPr sz="2620" dirty="0"/>
              <a:t>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495300" y="3581400"/>
            <a:ext cx="9391650" cy="6438900"/>
          </a:xfrm>
        </p:spPr>
        <p:txBody>
          <a:bodyPr/>
          <a:lstStyle/>
          <a:p>
            <a:pPr algn="l"/>
            <a:r>
              <a:rPr lang="en-US" sz="2990" dirty="0"/>
              <a:t>	</a:t>
            </a:r>
            <a:r>
              <a:rPr sz="2990" dirty="0" err="1"/>
              <a:t>Texnik</a:t>
            </a:r>
            <a:r>
              <a:rPr sz="2990" dirty="0"/>
              <a:t> </a:t>
            </a:r>
            <a:r>
              <a:rPr sz="2990" dirty="0" err="1"/>
              <a:t>vositalar</a:t>
            </a:r>
            <a:r>
              <a:rPr sz="2990" dirty="0"/>
              <a:t> </a:t>
            </a:r>
            <a:r>
              <a:rPr sz="2990" dirty="0" err="1"/>
              <a:t>va</a:t>
            </a:r>
            <a:r>
              <a:rPr sz="2990" dirty="0"/>
              <a:t> </a:t>
            </a:r>
            <a:r>
              <a:rPr sz="2990" dirty="0" err="1"/>
              <a:t>innovatsion</a:t>
            </a:r>
            <a:r>
              <a:rPr sz="2990" dirty="0"/>
              <a:t> </a:t>
            </a:r>
            <a:r>
              <a:rPr sz="2990" dirty="0" err="1"/>
              <a:t>muhit</a:t>
            </a:r>
            <a:r>
              <a:rPr sz="2990" dirty="0"/>
              <a:t>: </a:t>
            </a:r>
            <a:r>
              <a:rPr sz="2990" dirty="0" err="1"/>
              <a:t>Zamonaviy</a:t>
            </a:r>
            <a:r>
              <a:rPr sz="2990" dirty="0"/>
              <a:t> </a:t>
            </a:r>
            <a:r>
              <a:rPr sz="2990" dirty="0" err="1"/>
              <a:t>texnologiyalar</a:t>
            </a:r>
            <a:r>
              <a:rPr sz="2990" dirty="0"/>
              <a:t> </a:t>
            </a:r>
            <a:r>
              <a:rPr sz="2990" dirty="0" err="1"/>
              <a:t>va</a:t>
            </a:r>
            <a:r>
              <a:rPr sz="2990" dirty="0"/>
              <a:t> </a:t>
            </a:r>
            <a:r>
              <a:rPr sz="2990" dirty="0" err="1"/>
              <a:t>qulay</a:t>
            </a:r>
            <a:r>
              <a:rPr sz="2990" dirty="0"/>
              <a:t> </a:t>
            </a:r>
            <a:r>
              <a:rPr sz="2990" dirty="0" err="1"/>
              <a:t>muhit</a:t>
            </a:r>
            <a:r>
              <a:rPr sz="2990" dirty="0"/>
              <a:t> </a:t>
            </a:r>
            <a:r>
              <a:rPr sz="2990" dirty="0" err="1"/>
              <a:t>texnik</a:t>
            </a:r>
            <a:r>
              <a:rPr sz="2990" dirty="0"/>
              <a:t> </a:t>
            </a:r>
            <a:r>
              <a:rPr sz="2990" dirty="0" err="1"/>
              <a:t>ijodkorlik</a:t>
            </a:r>
            <a:r>
              <a:rPr sz="2990" dirty="0"/>
              <a:t> </a:t>
            </a:r>
            <a:r>
              <a:rPr sz="2990" dirty="0" err="1"/>
              <a:t>uchun</a:t>
            </a:r>
            <a:r>
              <a:rPr sz="2990" dirty="0"/>
              <a:t> </a:t>
            </a:r>
            <a:r>
              <a:rPr sz="2990" dirty="0" err="1"/>
              <a:t>asos</a:t>
            </a:r>
            <a:r>
              <a:rPr sz="2990" dirty="0"/>
              <a:t> </a:t>
            </a:r>
            <a:r>
              <a:rPr sz="2990" dirty="0" err="1"/>
              <a:t>yaratadi</a:t>
            </a:r>
            <a:r>
              <a:rPr sz="2990" dirty="0"/>
              <a:t>. </a:t>
            </a:r>
            <a:r>
              <a:rPr lang="en-US" sz="2990" dirty="0"/>
              <a:t>	</a:t>
            </a:r>
          </a:p>
          <a:p>
            <a:pPr algn="l"/>
            <a:r>
              <a:rPr lang="en-US" sz="2990" dirty="0"/>
              <a:t>	</a:t>
            </a:r>
            <a:r>
              <a:rPr sz="2990" dirty="0"/>
              <a:t> </a:t>
            </a:r>
            <a:r>
              <a:rPr sz="2990" dirty="0" err="1"/>
              <a:t>O‘qituvchining</a:t>
            </a:r>
            <a:r>
              <a:rPr sz="2990" dirty="0"/>
              <a:t> </a:t>
            </a:r>
            <a:r>
              <a:rPr sz="2990" dirty="0" err="1"/>
              <a:t>roli</a:t>
            </a:r>
            <a:r>
              <a:rPr sz="2990" dirty="0"/>
              <a:t>: </a:t>
            </a:r>
            <a:r>
              <a:rPr sz="2990" dirty="0" err="1"/>
              <a:t>Yo‘naltiruvchi</a:t>
            </a:r>
            <a:r>
              <a:rPr sz="2990" dirty="0"/>
              <a:t>, motivator </a:t>
            </a:r>
            <a:r>
              <a:rPr sz="2990" dirty="0" err="1"/>
              <a:t>va</a:t>
            </a:r>
            <a:r>
              <a:rPr sz="2990" dirty="0"/>
              <a:t> individual </a:t>
            </a:r>
            <a:r>
              <a:rPr sz="2990" dirty="0" err="1"/>
              <a:t>yondashuv</a:t>
            </a:r>
            <a:r>
              <a:rPr sz="2990" dirty="0"/>
              <a:t> </a:t>
            </a:r>
            <a:r>
              <a:rPr sz="2990" dirty="0" err="1"/>
              <a:t>orqali</a:t>
            </a:r>
            <a:r>
              <a:rPr sz="2990" dirty="0"/>
              <a:t> </a:t>
            </a:r>
            <a:r>
              <a:rPr sz="2990" dirty="0" err="1"/>
              <a:t>har</a:t>
            </a:r>
            <a:r>
              <a:rPr sz="2990" dirty="0"/>
              <a:t> </a:t>
            </a:r>
            <a:r>
              <a:rPr sz="2990" dirty="0" err="1"/>
              <a:t>bir</a:t>
            </a:r>
            <a:r>
              <a:rPr sz="2990" dirty="0"/>
              <a:t> </a:t>
            </a:r>
            <a:r>
              <a:rPr sz="2990" dirty="0" err="1"/>
              <a:t>talabaga</a:t>
            </a:r>
            <a:r>
              <a:rPr sz="2990" dirty="0"/>
              <a:t> </a:t>
            </a:r>
            <a:r>
              <a:rPr sz="2990" dirty="0" err="1"/>
              <a:t>mos</a:t>
            </a:r>
            <a:r>
              <a:rPr sz="2990" dirty="0"/>
              <a:t> </a:t>
            </a:r>
            <a:r>
              <a:rPr sz="2990" dirty="0" err="1"/>
              <a:t>ko‘mak</a:t>
            </a:r>
            <a:r>
              <a:rPr sz="2990" dirty="0"/>
              <a:t> </a:t>
            </a:r>
            <a:r>
              <a:rPr sz="2990" dirty="0" err="1"/>
              <a:t>ko‘rsatiladi</a:t>
            </a:r>
            <a:r>
              <a:rPr sz="2990" dirty="0"/>
              <a:t>. </a:t>
            </a:r>
            <a:r>
              <a:rPr lang="en-US" sz="2990" dirty="0"/>
              <a:t>	</a:t>
            </a:r>
          </a:p>
          <a:p>
            <a:pPr algn="l"/>
            <a:r>
              <a:rPr lang="en-US" sz="2990" dirty="0"/>
              <a:t>	</a:t>
            </a:r>
            <a:r>
              <a:rPr sz="2990" dirty="0"/>
              <a:t> </a:t>
            </a:r>
            <a:r>
              <a:rPr sz="2990" dirty="0" err="1"/>
              <a:t>Psixologik</a:t>
            </a:r>
            <a:r>
              <a:rPr sz="2990" dirty="0"/>
              <a:t> </a:t>
            </a:r>
            <a:r>
              <a:rPr sz="2990" dirty="0" err="1"/>
              <a:t>qo‘llab-quvvatlash</a:t>
            </a:r>
            <a:r>
              <a:rPr lang="ru-RU" sz="2990" dirty="0"/>
              <a:t>:</a:t>
            </a:r>
            <a:r>
              <a:rPr lang="en-US" sz="2990" dirty="0"/>
              <a:t> </a:t>
            </a:r>
            <a:r>
              <a:rPr sz="2990" dirty="0" err="1"/>
              <a:t>Rag‘batlantirish</a:t>
            </a:r>
            <a:r>
              <a:rPr sz="2990" dirty="0"/>
              <a:t> </a:t>
            </a:r>
            <a:r>
              <a:rPr sz="2990" dirty="0" err="1"/>
              <a:t>tizimi</a:t>
            </a:r>
            <a:r>
              <a:rPr sz="2990" dirty="0"/>
              <a:t> </a:t>
            </a:r>
            <a:r>
              <a:rPr sz="2990" dirty="0" err="1"/>
              <a:t>talabalarni</a:t>
            </a:r>
            <a:r>
              <a:rPr sz="2990" dirty="0"/>
              <a:t> </a:t>
            </a:r>
            <a:r>
              <a:rPr sz="2990" dirty="0" err="1"/>
              <a:t>ijodiy</a:t>
            </a:r>
            <a:r>
              <a:rPr sz="2990" dirty="0"/>
              <a:t> </a:t>
            </a:r>
            <a:r>
              <a:rPr sz="2990" dirty="0" err="1"/>
              <a:t>faoliyatga</a:t>
            </a:r>
            <a:r>
              <a:rPr sz="2990" dirty="0"/>
              <a:t> </a:t>
            </a:r>
            <a:r>
              <a:rPr sz="2990" dirty="0" err="1"/>
              <a:t>jalb</a:t>
            </a:r>
            <a:r>
              <a:rPr sz="2990" dirty="0"/>
              <a:t> </a:t>
            </a:r>
            <a:r>
              <a:rPr sz="2990" dirty="0" err="1"/>
              <a:t>etishda</a:t>
            </a:r>
            <a:r>
              <a:rPr sz="2990" dirty="0"/>
              <a:t> </a:t>
            </a:r>
            <a:r>
              <a:rPr sz="2990" dirty="0" err="1"/>
              <a:t>muhim</a:t>
            </a:r>
            <a:r>
              <a:rPr sz="2990" dirty="0"/>
              <a:t> </a:t>
            </a:r>
            <a:r>
              <a:rPr sz="2990" dirty="0" err="1"/>
              <a:t>ahamiyatga</a:t>
            </a:r>
            <a:r>
              <a:rPr sz="2990" dirty="0"/>
              <a:t> </a:t>
            </a:r>
            <a:r>
              <a:rPr sz="2990" dirty="0" err="1"/>
              <a:t>ega</a:t>
            </a:r>
            <a:r>
              <a:rPr sz="2990" dirty="0"/>
              <a:t>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6480"/>
              <a:t>Xulosa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530"/>
              <a:t>Texnik ijodkorlik taraqqiyot va raqobatbardoshlik uchun muhim omil hisoblanadi.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sz="2529"/>
              <a:t>Texnik ijodkorlik jamiyat va iqtisodiyot taraqqiyotida asosiy rol o‘ynaydi.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sz="2510"/>
              <a:t>Asosiy turlari va bosqichlari texnik yechimlarni ishlab chiqishda muhim ahamiyatga ega.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sz="2510"/>
              <a:t>Ta’limda texnik ijodkorlikni rivojlantirish yoshlarning bilim va ko‘nikmalarini oshiradi.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sz="2529"/>
              <a:t>Innovatsion iqtisodiyotda texnik ijodkorlik raqobatbardoshlikni kuchaytiradi.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sz="2520"/>
              <a:t>Texnik ijodkorlikni rivojlantirish orqali O‘zbekiston taraqqiyotiga hissa qo‘shamiz.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E'tiboringiz uchun rahmat!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1249</Words>
  <Application>Microsoft Office PowerPoint</Application>
  <PresentationFormat>Произвольный</PresentationFormat>
  <Paragraphs>89</Paragraphs>
  <Slides>16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4" baseType="lpstr">
      <vt:lpstr>Zilla Slab</vt:lpstr>
      <vt:lpstr>Times New Roman</vt:lpstr>
      <vt:lpstr>Wingdings</vt:lpstr>
      <vt:lpstr>Calibri</vt:lpstr>
      <vt:lpstr>Ubuntu</vt:lpstr>
      <vt:lpstr>Arial</vt:lpstr>
      <vt:lpstr>Rockwell Extra Bold</vt:lpstr>
      <vt:lpstr>Office Theme</vt:lpstr>
      <vt:lpstr>Texnik ijodkorlik va fanining mohiyati va vazifalari</vt:lpstr>
      <vt:lpstr>Reja</vt:lpstr>
      <vt:lpstr>Texnik ijodkorlikka kirish va uning jamiyatdagi o‘rni</vt:lpstr>
      <vt:lpstr>Texnik ijodkorlikning asosiy turlari va xususiyatlari</vt:lpstr>
      <vt:lpstr>Texnik ijodkorlik va ta’lim tizimidagi o‘rni</vt:lpstr>
      <vt:lpstr>Texnik ijodkorlikning ijtimoiy-iqtisodiy ahamiyati va zamonaviy tendensiyalar</vt:lpstr>
      <vt:lpstr>Texnik ijodkorlik va bozor munosabatlari: kirish</vt:lpstr>
      <vt:lpstr>Ijodiy faoliyat va mehnat unumdorligi</vt:lpstr>
      <vt:lpstr>Yangi texnologiyalar va raqobat ustunligi</vt:lpstr>
      <vt:lpstr>Ijodiy faoliyat va milliy iqtisodiyotning rivojlanishi</vt:lpstr>
      <vt:lpstr>Texnik ijodkorlik va o‘quvchilarning pedagogik rivojlanishi</vt:lpstr>
      <vt:lpstr>Texnik ijodkorlikning pedagogik komponentlari</vt:lpstr>
      <vt:lpstr>Texnik ijodkorlikning psixologik xususiyatlari</vt:lpstr>
      <vt:lpstr>Texnik ijodkorlikni rivojlantirish shartlari va pedagogik yondashuvlar</vt:lpstr>
      <vt:lpstr>Xulosa</vt:lpstr>
      <vt:lpstr>E'tiboringiz uchun rahmat!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Akbarjon</dc:creator>
  <cp:lastModifiedBy>Lenovo</cp:lastModifiedBy>
  <cp:revision>16</cp:revision>
  <dcterms:modified xsi:type="dcterms:W3CDTF">2025-11-30T17:19:06Z</dcterms:modified>
</cp:coreProperties>
</file>